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Oranienbaum" charset="-122" pitchFamily="34"/>
      <p:regular r:id="rId13"/>
    </p:embeddedFont>
    <p:embeddedFont>
      <p:font typeface="Quattrocento Sans" charset="-122" pitchFamily="34"/>
      <p:regular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e77zrhmoyn2a/mnt/agents/output/terrorism_religion/images/9_Free_Stock_Photo_of_Dark_city_skyline.png">    </p:cNvPr>
          <p:cNvPicPr>
            <a:picLocks noChangeAspect="1"/>
          </p:cNvPicPr>
          <p:nvPr/>
        </p:nvPicPr>
        <p:blipFill>
          <a:blip r:embed="rId1"/>
          <a:srcRect l="0" r="0" t="7638" b="763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1E">
                  <a:alpha val="60000"/>
                </a:srgbClr>
              </a:gs>
              <a:gs pos="50000">
                <a:srgbClr val="1A1A1E">
                  <a:alpha val="80000"/>
                </a:srgbClr>
              </a:gs>
              <a:gs pos="100000">
                <a:srgbClr val="1A1A1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3302000"/>
            <a:ext cx="2540000" cy="254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683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C495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Terrorizm va diniy niqob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048000" y="4699000"/>
            <a:ext cx="1016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5F0E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Tinchlik va xavfsizlik — har bir insonning huquqi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858000" y="5461000"/>
            <a:ext cx="2540000" cy="25400"/>
          </a:xfrm>
          <a:prstGeom prst="rect">
            <a:avLst/>
          </a:prstGeom>
          <a:solidFill>
            <a:srgbClr val="C4956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14732000" cy="38100"/>
          </a:xfrm>
          <a:prstGeom prst="rect">
            <a:avLst/>
          </a:prstGeom>
          <a:solidFill>
            <a:srgbClr val="C4956A"/>
          </a:solidFill>
          <a:ln/>
        </p:spPr>
      </p:sp>
      <p:pic>
        <p:nvPicPr>
          <p:cNvPr id="3" name="Image 0" descr="https://kimi-img.moonshot.cn/pub/slides/okc/ye77zrhmoyn2a/mnt/agents/output/terrorism_religion/images/7_Broken_Mask_Images_Browse_52_695.png">    </p:cNvPr>
          <p:cNvPicPr>
            <a:picLocks noChangeAspect="1"/>
          </p:cNvPicPr>
          <p:nvPr/>
        </p:nvPicPr>
        <p:blipFill>
          <a:blip r:embed="rId1"/>
          <a:srcRect l="23563" r="23563" t="0" b="0"/>
          <a:stretch/>
        </p:blipFill>
        <p:spPr>
          <a:xfrm>
            <a:off x="762000" y="889000"/>
            <a:ext cx="5842000" cy="736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12000" y="1016000"/>
            <a:ext cx="838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C495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Terrorizm tushunchasi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112000" y="1651000"/>
            <a:ext cx="1016000" cy="381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6" name="Text 3"/>
          <p:cNvSpPr/>
          <p:nvPr/>
        </p:nvSpPr>
        <p:spPr>
          <a:xfrm>
            <a:off x="7112000" y="2032000"/>
            <a:ext cx="838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C495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Terrorizm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D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qo'rqitish va zo'ravonlik orqali maqsadga erishish usulidir.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400"/>
              </a:spcBef>
            </a:pPr>
            <a:r>
              <a:rPr lang="en-US" sz="2000" dirty="0">
                <a:solidFill>
                  <a:srgbClr val="2D2D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 siyosiy, diniy yoki mafkuraviy ko'rinishda bo'lishi mumkin.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400"/>
              </a:spcBef>
            </a:pPr>
            <a:r>
              <a:rPr lang="en-US" sz="2000" dirty="0">
                <a:solidFill>
                  <a:srgbClr val="2D2D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Terrorizm xalqaro huquqda jiddiy jinoyat sifatida tan olinadi va barcha davlatlar uni qat'iyan qoralaydi.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400"/>
              </a:spcBef>
            </a:pPr>
            <a:r>
              <a:rPr lang="en-US" sz="2000" dirty="0">
                <a:solidFill>
                  <a:srgbClr val="2D2D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BMT Xavfsizlik Kengashi terrorizmda aybdorlarni qo'llab-quvvatlashni man etgan rezolyutsiyalar qabul qilgan.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14732000" cy="38100"/>
          </a:xfrm>
          <a:prstGeom prst="rect">
            <a:avLst/>
          </a:prstGeom>
          <a:solidFill>
            <a:srgbClr val="C4956A"/>
          </a:solidFill>
          <a:ln/>
        </p:spPr>
      </p:sp>
      <p:pic>
        <p:nvPicPr>
          <p:cNvPr id="3" name="Image 0" descr="https://kimi-img.moonshot.cn/pub/slides/okc/ye77zrhmoyn2a/mnt/agents/output/terrorism_religion/images/4_Factsheet_New_Religious_Movements.png">    </p:cNvPr>
          <p:cNvPicPr>
            <a:picLocks noChangeAspect="1"/>
          </p:cNvPicPr>
          <p:nvPr/>
        </p:nvPicPr>
        <p:blipFill>
          <a:blip r:embed="rId1"/>
          <a:srcRect l="3922" r="3922" t="0" b="0"/>
          <a:stretch/>
        </p:blipFill>
        <p:spPr>
          <a:xfrm>
            <a:off x="762000" y="889000"/>
            <a:ext cx="5842000" cy="736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12000" y="1016000"/>
            <a:ext cx="838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C495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Diniy niqob nima?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112000" y="1651000"/>
            <a:ext cx="1016000" cy="381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6" name="Text 3"/>
          <p:cNvSpPr/>
          <p:nvPr/>
        </p:nvSpPr>
        <p:spPr>
          <a:xfrm>
            <a:off x="7112000" y="2032000"/>
            <a:ext cx="838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2D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Ayrim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C4956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ekstremistik guruhlar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2D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dinni noto'g'ri talqin qiladi.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400"/>
              </a:spcBef>
            </a:pPr>
            <a:r>
              <a:rPr lang="en-US" sz="2000" dirty="0">
                <a:solidFill>
                  <a:srgbClr val="2D2D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Aslida hech bir din begunoh insonlarga zarar yetkazishni buyurmaydi.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400"/>
              </a:spcBef>
            </a:pPr>
            <a:r>
              <a:rPr lang="en-US" sz="2000" dirty="0">
                <a:solidFill>
                  <a:srgbClr val="2D2D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Islom, Xristianlik, Buddaviylik, Iydaviylik va boshqa dinlar — barchasi inson hayotini qadrlashni o'rgatadi.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2400"/>
              </a:spcBef>
            </a:pPr>
            <a:r>
              <a:rPr lang="en-US" sz="2000" b="1" dirty="0">
                <a:solidFill>
                  <a:srgbClr val="8B3A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Diniy niqob</a:t>
            </a:r>
            <a:pPr>
              <a:lnSpc>
                <a:spcPct val="160000"/>
              </a:lnSpc>
              <a:spcBef>
                <a:spcPts val="2400"/>
              </a:spcBef>
            </a:pPr>
            <a:r>
              <a:rPr lang="en-US" sz="2000" dirty="0">
                <a:solidFill>
                  <a:srgbClr val="2D2D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bu ekstremistlarning o'z maqsadlari uchun dinni qalqon sifatida ishlatishidir.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14732000" cy="381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C495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Terrorizmning salbiy oqibatlari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7048500" cy="2921000"/>
          </a:xfrm>
          <a:prstGeom prst="rect">
            <a:avLst/>
          </a:prstGeom>
          <a:solidFill>
            <a:srgbClr val="1A1A1E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07057"/>
                </a:moveTo>
                <a:lnTo>
                  <a:pt x="239117" y="86420"/>
                </a:lnTo>
                <a:cubicBezTo>
                  <a:pt x="214313" y="52090"/>
                  <a:pt x="174526" y="31750"/>
                  <a:pt x="132060" y="31750"/>
                </a:cubicBezTo>
                <a:cubicBezTo>
                  <a:pt x="59134" y="31750"/>
                  <a:pt x="0" y="90884"/>
                  <a:pt x="0" y="163810"/>
                </a:cubicBezTo>
                <a:lnTo>
                  <a:pt x="0" y="166390"/>
                </a:lnTo>
                <a:cubicBezTo>
                  <a:pt x="0" y="189805"/>
                  <a:pt x="6152" y="214015"/>
                  <a:pt x="16470" y="238125"/>
                </a:cubicBezTo>
                <a:lnTo>
                  <a:pt x="121642" y="238125"/>
                </a:lnTo>
                <a:cubicBezTo>
                  <a:pt x="124817" y="238125"/>
                  <a:pt x="127695" y="236240"/>
                  <a:pt x="128984" y="233263"/>
                </a:cubicBezTo>
                <a:lnTo>
                  <a:pt x="160536" y="157559"/>
                </a:lnTo>
                <a:cubicBezTo>
                  <a:pt x="164207" y="148828"/>
                  <a:pt x="172740" y="143073"/>
                  <a:pt x="182166" y="142875"/>
                </a:cubicBezTo>
                <a:cubicBezTo>
                  <a:pt x="191591" y="142677"/>
                  <a:pt x="200323" y="148233"/>
                  <a:pt x="204192" y="156865"/>
                </a:cubicBezTo>
                <a:lnTo>
                  <a:pt x="255091" y="269875"/>
                </a:lnTo>
                <a:lnTo>
                  <a:pt x="296168" y="187722"/>
                </a:lnTo>
                <a:cubicBezTo>
                  <a:pt x="300236" y="179685"/>
                  <a:pt x="308471" y="174526"/>
                  <a:pt x="317500" y="174526"/>
                </a:cubicBezTo>
                <a:cubicBezTo>
                  <a:pt x="326529" y="174526"/>
                  <a:pt x="334764" y="179586"/>
                  <a:pt x="338832" y="187722"/>
                </a:cubicBezTo>
                <a:lnTo>
                  <a:pt x="361851" y="233660"/>
                </a:lnTo>
                <a:cubicBezTo>
                  <a:pt x="363240" y="236339"/>
                  <a:pt x="365919" y="238026"/>
                  <a:pt x="368995" y="238026"/>
                </a:cubicBezTo>
                <a:lnTo>
                  <a:pt x="491629" y="238026"/>
                </a:lnTo>
                <a:cubicBezTo>
                  <a:pt x="502047" y="213916"/>
                  <a:pt x="508099" y="189706"/>
                  <a:pt x="508099" y="166291"/>
                </a:cubicBezTo>
                <a:lnTo>
                  <a:pt x="508099" y="163711"/>
                </a:lnTo>
                <a:cubicBezTo>
                  <a:pt x="508000" y="90884"/>
                  <a:pt x="448866" y="31750"/>
                  <a:pt x="375940" y="31750"/>
                </a:cubicBezTo>
                <a:cubicBezTo>
                  <a:pt x="333573" y="31750"/>
                  <a:pt x="293688" y="52090"/>
                  <a:pt x="268883" y="86420"/>
                </a:cubicBezTo>
                <a:lnTo>
                  <a:pt x="254000" y="106958"/>
                </a:lnTo>
                <a:close/>
                <a:moveTo>
                  <a:pt x="465931" y="285750"/>
                </a:moveTo>
                <a:lnTo>
                  <a:pt x="368895" y="285750"/>
                </a:lnTo>
                <a:cubicBezTo>
                  <a:pt x="347861" y="285750"/>
                  <a:pt x="328613" y="273844"/>
                  <a:pt x="319187" y="254992"/>
                </a:cubicBezTo>
                <a:lnTo>
                  <a:pt x="317500" y="251619"/>
                </a:lnTo>
                <a:lnTo>
                  <a:pt x="275332" y="336054"/>
                </a:lnTo>
                <a:cubicBezTo>
                  <a:pt x="271264" y="344289"/>
                  <a:pt x="262731" y="349448"/>
                  <a:pt x="253504" y="349250"/>
                </a:cubicBezTo>
                <a:cubicBezTo>
                  <a:pt x="244277" y="349052"/>
                  <a:pt x="236041" y="343595"/>
                  <a:pt x="232271" y="335260"/>
                </a:cubicBezTo>
                <a:lnTo>
                  <a:pt x="183356" y="226616"/>
                </a:lnTo>
                <a:lnTo>
                  <a:pt x="172938" y="251619"/>
                </a:lnTo>
                <a:cubicBezTo>
                  <a:pt x="164306" y="272355"/>
                  <a:pt x="144066" y="285849"/>
                  <a:pt x="121642" y="285849"/>
                </a:cubicBezTo>
                <a:lnTo>
                  <a:pt x="42069" y="285849"/>
                </a:lnTo>
                <a:cubicBezTo>
                  <a:pt x="88900" y="359073"/>
                  <a:pt x="164108" y="426442"/>
                  <a:pt x="211138" y="462359"/>
                </a:cubicBezTo>
                <a:cubicBezTo>
                  <a:pt x="223441" y="471686"/>
                  <a:pt x="238522" y="476349"/>
                  <a:pt x="253901" y="476349"/>
                </a:cubicBezTo>
                <a:cubicBezTo>
                  <a:pt x="269280" y="476349"/>
                  <a:pt x="284460" y="471785"/>
                  <a:pt x="296664" y="462359"/>
                </a:cubicBezTo>
                <a:cubicBezTo>
                  <a:pt x="343892" y="426343"/>
                  <a:pt x="419100" y="358973"/>
                  <a:pt x="465931" y="285750"/>
                </a:cubicBezTo>
                <a:close/>
              </a:path>
            </a:pathLst>
          </a:custGeom>
          <a:solidFill>
            <a:srgbClr val="8B3A3A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2159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Insonlar hayotiga xavf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79400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Terror hujumlari natijasida yuzlab minglab bevosita va bilvosita qurbonlar bo'ladi. Oilalar vayron, bolalar yetim qoladi.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778000"/>
            <a:ext cx="7048500" cy="2921000"/>
          </a:xfrm>
          <a:prstGeom prst="rect">
            <a:avLst/>
          </a:prstGeom>
          <a:solidFill>
            <a:srgbClr val="1A1A1E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826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8B3A3A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2159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Iqtisodiy zarar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26500" y="279400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Davlat iqtisodiyotiga milliardlab dollar zarar yetadi. Turizm, savdo va investitsiyalar keskin kamayadi.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7048500" cy="2921000"/>
          </a:xfrm>
          <a:prstGeom prst="rect">
            <a:avLst/>
          </a:prstGeom>
          <a:solidFill>
            <a:srgbClr val="1A1A1E">
              <a:alpha val="509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8B3A3A"/>
          </a:solidFill>
          <a:ln/>
        </p:spPr>
      </p:sp>
      <p:sp>
        <p:nvSpPr>
          <p:cNvPr id="15" name="Text 13"/>
          <p:cNvSpPr/>
          <p:nvPr/>
        </p:nvSpPr>
        <p:spPr>
          <a:xfrm>
            <a:off x="1841500" y="546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Jamiyatda qo'rquv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609600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Kundalik hayotda xavfsizlik hissini yo'qotish, jamoat joylarida beqarorlik va ruhiy bosim ortadi.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5080000"/>
            <a:ext cx="7048500" cy="2921000"/>
          </a:xfrm>
          <a:prstGeom prst="rect">
            <a:avLst/>
          </a:prstGeom>
          <a:solidFill>
            <a:srgbClr val="1A1A1E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90000" y="5461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58750" y="0"/>
                </a:moveTo>
                <a:cubicBezTo>
                  <a:pt x="176312" y="0"/>
                  <a:pt x="190500" y="14188"/>
                  <a:pt x="190500" y="31750"/>
                </a:cubicBezTo>
                <a:lnTo>
                  <a:pt x="190500" y="142875"/>
                </a:lnTo>
                <a:lnTo>
                  <a:pt x="127000" y="142875"/>
                </a:lnTo>
                <a:lnTo>
                  <a:pt x="127000" y="31750"/>
                </a:lnTo>
                <a:cubicBezTo>
                  <a:pt x="127000" y="14188"/>
                  <a:pt x="141188" y="0"/>
                  <a:pt x="158750" y="0"/>
                </a:cubicBezTo>
                <a:close/>
                <a:moveTo>
                  <a:pt x="31750" y="63500"/>
                </a:moveTo>
                <a:cubicBezTo>
                  <a:pt x="31750" y="45938"/>
                  <a:pt x="45938" y="31750"/>
                  <a:pt x="63500" y="31750"/>
                </a:cubicBezTo>
                <a:cubicBezTo>
                  <a:pt x="81062" y="31750"/>
                  <a:pt x="95250" y="45938"/>
                  <a:pt x="95250" y="63500"/>
                </a:cubicBezTo>
                <a:lnTo>
                  <a:pt x="95250" y="142875"/>
                </a:lnTo>
                <a:lnTo>
                  <a:pt x="31750" y="142875"/>
                </a:lnTo>
                <a:lnTo>
                  <a:pt x="31750" y="63500"/>
                </a:lnTo>
                <a:close/>
                <a:moveTo>
                  <a:pt x="222250" y="63500"/>
                </a:moveTo>
                <a:cubicBezTo>
                  <a:pt x="222250" y="45938"/>
                  <a:pt x="236438" y="31750"/>
                  <a:pt x="254000" y="31750"/>
                </a:cubicBezTo>
                <a:cubicBezTo>
                  <a:pt x="271562" y="31750"/>
                  <a:pt x="285750" y="45938"/>
                  <a:pt x="285750" y="63500"/>
                </a:cubicBezTo>
                <a:lnTo>
                  <a:pt x="285750" y="158750"/>
                </a:lnTo>
                <a:cubicBezTo>
                  <a:pt x="285750" y="176312"/>
                  <a:pt x="271562" y="190500"/>
                  <a:pt x="254000" y="190500"/>
                </a:cubicBezTo>
                <a:cubicBezTo>
                  <a:pt x="236438" y="190500"/>
                  <a:pt x="222250" y="176312"/>
                  <a:pt x="222250" y="158750"/>
                </a:cubicBezTo>
                <a:lnTo>
                  <a:pt x="222250" y="63500"/>
                </a:lnTo>
                <a:close/>
                <a:moveTo>
                  <a:pt x="317500" y="127000"/>
                </a:moveTo>
                <a:cubicBezTo>
                  <a:pt x="317500" y="109438"/>
                  <a:pt x="331688" y="95250"/>
                  <a:pt x="349250" y="95250"/>
                </a:cubicBezTo>
                <a:cubicBezTo>
                  <a:pt x="366812" y="95250"/>
                  <a:pt x="381000" y="109438"/>
                  <a:pt x="381000" y="127000"/>
                </a:cubicBezTo>
                <a:lnTo>
                  <a:pt x="381000" y="190500"/>
                </a:lnTo>
                <a:cubicBezTo>
                  <a:pt x="381000" y="208062"/>
                  <a:pt x="366812" y="222250"/>
                  <a:pt x="349250" y="222250"/>
                </a:cubicBezTo>
                <a:cubicBezTo>
                  <a:pt x="331688" y="222250"/>
                  <a:pt x="317500" y="208062"/>
                  <a:pt x="317500" y="190500"/>
                </a:cubicBezTo>
                <a:lnTo>
                  <a:pt x="317500" y="127000"/>
                </a:lnTo>
                <a:close/>
                <a:moveTo>
                  <a:pt x="222250" y="214313"/>
                </a:moveTo>
                <a:lnTo>
                  <a:pt x="222250" y="213717"/>
                </a:lnTo>
                <a:cubicBezTo>
                  <a:pt x="231577" y="219075"/>
                  <a:pt x="242391" y="222250"/>
                  <a:pt x="254000" y="222250"/>
                </a:cubicBezTo>
                <a:cubicBezTo>
                  <a:pt x="267097" y="222250"/>
                  <a:pt x="279202" y="218281"/>
                  <a:pt x="289322" y="211534"/>
                </a:cubicBezTo>
                <a:cubicBezTo>
                  <a:pt x="297954" y="236240"/>
                  <a:pt x="321568" y="254000"/>
                  <a:pt x="349250" y="254000"/>
                </a:cubicBezTo>
                <a:cubicBezTo>
                  <a:pt x="360859" y="254000"/>
                  <a:pt x="371673" y="250924"/>
                  <a:pt x="381000" y="245467"/>
                </a:cubicBezTo>
                <a:lnTo>
                  <a:pt x="381000" y="254000"/>
                </a:lnTo>
                <a:cubicBezTo>
                  <a:pt x="381000" y="305891"/>
                  <a:pt x="356096" y="352028"/>
                  <a:pt x="317500" y="381000"/>
                </a:cubicBezTo>
                <a:lnTo>
                  <a:pt x="317500" y="476250"/>
                </a:lnTo>
                <a:cubicBezTo>
                  <a:pt x="317500" y="493812"/>
                  <a:pt x="303312" y="508000"/>
                  <a:pt x="285750" y="508000"/>
                </a:cubicBezTo>
                <a:lnTo>
                  <a:pt x="127000" y="508000"/>
                </a:lnTo>
                <a:cubicBezTo>
                  <a:pt x="109438" y="508000"/>
                  <a:pt x="95250" y="493812"/>
                  <a:pt x="95250" y="476250"/>
                </a:cubicBezTo>
                <a:lnTo>
                  <a:pt x="95250" y="398463"/>
                </a:lnTo>
                <a:cubicBezTo>
                  <a:pt x="78085" y="390624"/>
                  <a:pt x="62309" y="379809"/>
                  <a:pt x="48716" y="366216"/>
                </a:cubicBezTo>
                <a:lnTo>
                  <a:pt x="37207" y="354707"/>
                </a:lnTo>
                <a:cubicBezTo>
                  <a:pt x="13395" y="330895"/>
                  <a:pt x="0" y="298549"/>
                  <a:pt x="0" y="264914"/>
                </a:cubicBezTo>
                <a:lnTo>
                  <a:pt x="0" y="238125"/>
                </a:lnTo>
                <a:cubicBezTo>
                  <a:pt x="0" y="203101"/>
                  <a:pt x="28476" y="174625"/>
                  <a:pt x="63500" y="174625"/>
                </a:cubicBezTo>
                <a:lnTo>
                  <a:pt x="150813" y="174625"/>
                </a:lnTo>
                <a:cubicBezTo>
                  <a:pt x="172740" y="174625"/>
                  <a:pt x="190500" y="192385"/>
                  <a:pt x="190500" y="214313"/>
                </a:cubicBezTo>
                <a:cubicBezTo>
                  <a:pt x="190500" y="236240"/>
                  <a:pt x="172740" y="254000"/>
                  <a:pt x="150813" y="254000"/>
                </a:cubicBezTo>
                <a:lnTo>
                  <a:pt x="95250" y="254000"/>
                </a:lnTo>
                <a:cubicBezTo>
                  <a:pt x="86519" y="254000"/>
                  <a:pt x="79375" y="261144"/>
                  <a:pt x="79375" y="269875"/>
                </a:cubicBezTo>
                <a:cubicBezTo>
                  <a:pt x="79375" y="278606"/>
                  <a:pt x="86519" y="285750"/>
                  <a:pt x="95250" y="285750"/>
                </a:cubicBezTo>
                <a:lnTo>
                  <a:pt x="150813" y="285750"/>
                </a:lnTo>
                <a:cubicBezTo>
                  <a:pt x="190302" y="285750"/>
                  <a:pt x="222250" y="253802"/>
                  <a:pt x="222250" y="214313"/>
                </a:cubicBezTo>
                <a:close/>
              </a:path>
            </a:pathLst>
          </a:custGeom>
          <a:solidFill>
            <a:srgbClr val="8B3A3A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0" y="546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Diniy adovat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26500" y="609600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Turli din va millat vakillari o'rtasida yomonlik va g'azab uyg'otiladi, ijtimoiy birlik buziladi.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0"/>
            <a:ext cx="14732000" cy="381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C495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Oldini olish yo'llari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7048500" cy="2921000"/>
          </a:xfrm>
          <a:prstGeom prst="rect">
            <a:avLst/>
          </a:prstGeom>
          <a:solidFill>
            <a:srgbClr val="1A1A1E">
              <a:alpha val="5098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40196"/>
                </a:moveTo>
                <a:lnTo>
                  <a:pt x="254000" y="447080"/>
                </a:lnTo>
                <a:lnTo>
                  <a:pt x="254496" y="446881"/>
                </a:lnTo>
                <a:cubicBezTo>
                  <a:pt x="308670" y="424359"/>
                  <a:pt x="366812" y="412750"/>
                  <a:pt x="425450" y="412750"/>
                </a:cubicBezTo>
                <a:lnTo>
                  <a:pt x="444500" y="412750"/>
                </a:lnTo>
                <a:lnTo>
                  <a:pt x="444500" y="95250"/>
                </a:lnTo>
                <a:lnTo>
                  <a:pt x="425450" y="95250"/>
                </a:lnTo>
                <a:cubicBezTo>
                  <a:pt x="383580" y="95250"/>
                  <a:pt x="342007" y="103584"/>
                  <a:pt x="303312" y="119658"/>
                </a:cubicBezTo>
                <a:cubicBezTo>
                  <a:pt x="286643" y="126603"/>
                  <a:pt x="270173" y="133449"/>
                  <a:pt x="254000" y="140196"/>
                </a:cubicBezTo>
                <a:close/>
                <a:moveTo>
                  <a:pt x="229096" y="61020"/>
                </a:moveTo>
                <a:lnTo>
                  <a:pt x="254000" y="71438"/>
                </a:lnTo>
                <a:lnTo>
                  <a:pt x="278904" y="61020"/>
                </a:lnTo>
                <a:cubicBezTo>
                  <a:pt x="325338" y="41672"/>
                  <a:pt x="375146" y="31750"/>
                  <a:pt x="425450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428625"/>
                </a:lnTo>
                <a:cubicBezTo>
                  <a:pt x="508000" y="454918"/>
                  <a:pt x="486668" y="476250"/>
                  <a:pt x="460375" y="476250"/>
                </a:cubicBezTo>
                <a:lnTo>
                  <a:pt x="425450" y="476250"/>
                </a:lnTo>
                <a:cubicBezTo>
                  <a:pt x="375146" y="476250"/>
                  <a:pt x="325338" y="486172"/>
                  <a:pt x="278904" y="505520"/>
                </a:cubicBezTo>
                <a:lnTo>
                  <a:pt x="266204" y="510778"/>
                </a:lnTo>
                <a:cubicBezTo>
                  <a:pt x="258366" y="514052"/>
                  <a:pt x="249634" y="514052"/>
                  <a:pt x="241796" y="510778"/>
                </a:cubicBezTo>
                <a:lnTo>
                  <a:pt x="229096" y="505520"/>
                </a:lnTo>
                <a:cubicBezTo>
                  <a:pt x="182662" y="486172"/>
                  <a:pt x="132854" y="476250"/>
                  <a:pt x="82550" y="476250"/>
                </a:cubicBezTo>
                <a:lnTo>
                  <a:pt x="47625" y="476250"/>
                </a:lnTo>
                <a:cubicBezTo>
                  <a:pt x="21332" y="476250"/>
                  <a:pt x="0" y="454918"/>
                  <a:pt x="0" y="428625"/>
                </a:cubicBezTo>
                <a:lnTo>
                  <a:pt x="0" y="79375"/>
                </a:lnTo>
                <a:cubicBezTo>
                  <a:pt x="0" y="53082"/>
                  <a:pt x="21332" y="31750"/>
                  <a:pt x="47625" y="31750"/>
                </a:cubicBezTo>
                <a:lnTo>
                  <a:pt x="82550" y="31750"/>
                </a:lnTo>
                <a:cubicBezTo>
                  <a:pt x="132854" y="31750"/>
                  <a:pt x="182662" y="41672"/>
                  <a:pt x="229096" y="61020"/>
                </a:cubicBezTo>
                <a:close/>
              </a:path>
            </a:pathLst>
          </a:custGeom>
          <a:solidFill>
            <a:srgbClr val="C4956A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2159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To'g'ri diniy bilim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79400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Dinning haqiqiy ta'limotlarini o'rganish, ishonchli manbalardan foydalanish va ruhoniy bilan maslahatlashish.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45500" y="1778000"/>
            <a:ext cx="7048500" cy="2921000"/>
          </a:xfrm>
          <a:prstGeom prst="rect">
            <a:avLst/>
          </a:prstGeom>
          <a:solidFill>
            <a:srgbClr val="1A1A1E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763000" y="2159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15875"/>
                </a:moveTo>
                <a:cubicBezTo>
                  <a:pt x="374451" y="15875"/>
                  <a:pt x="420688" y="62112"/>
                  <a:pt x="420688" y="119063"/>
                </a:cubicBezTo>
                <a:cubicBezTo>
                  <a:pt x="420688" y="176013"/>
                  <a:pt x="374451" y="222250"/>
                  <a:pt x="317500" y="222250"/>
                </a:cubicBezTo>
                <a:cubicBezTo>
                  <a:pt x="260549" y="222250"/>
                  <a:pt x="214313" y="176013"/>
                  <a:pt x="214313" y="119063"/>
                </a:cubicBezTo>
                <a:cubicBezTo>
                  <a:pt x="214313" y="62112"/>
                  <a:pt x="260549" y="15875"/>
                  <a:pt x="317500" y="15875"/>
                </a:cubicBezTo>
                <a:close/>
                <a:moveTo>
                  <a:pt x="95250" y="87313"/>
                </a:moveTo>
                <a:cubicBezTo>
                  <a:pt x="134677" y="87313"/>
                  <a:pt x="166688" y="119323"/>
                  <a:pt x="166688" y="158750"/>
                </a:cubicBezTo>
                <a:cubicBezTo>
                  <a:pt x="166688" y="198177"/>
                  <a:pt x="134677" y="230188"/>
                  <a:pt x="95250" y="230188"/>
                </a:cubicBezTo>
                <a:cubicBezTo>
                  <a:pt x="55823" y="230188"/>
                  <a:pt x="23813" y="198177"/>
                  <a:pt x="23812" y="158750"/>
                </a:cubicBezTo>
                <a:cubicBezTo>
                  <a:pt x="23812" y="119323"/>
                  <a:pt x="55823" y="87313"/>
                  <a:pt x="95250" y="87313"/>
                </a:cubicBezTo>
                <a:close/>
                <a:moveTo>
                  <a:pt x="0" y="412750"/>
                </a:moveTo>
                <a:cubicBezTo>
                  <a:pt x="0" y="342602"/>
                  <a:pt x="56852" y="285750"/>
                  <a:pt x="127000" y="285750"/>
                </a:cubicBezTo>
                <a:cubicBezTo>
                  <a:pt x="139700" y="285750"/>
                  <a:pt x="152003" y="287635"/>
                  <a:pt x="163612" y="291108"/>
                </a:cubicBezTo>
                <a:cubicBezTo>
                  <a:pt x="130969" y="327620"/>
                  <a:pt x="111125" y="375841"/>
                  <a:pt x="111125" y="428625"/>
                </a:cubicBezTo>
                <a:lnTo>
                  <a:pt x="111125" y="444500"/>
                </a:lnTo>
                <a:cubicBezTo>
                  <a:pt x="111125" y="455811"/>
                  <a:pt x="113506" y="466527"/>
                  <a:pt x="117773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517227" y="476250"/>
                </a:moveTo>
                <a:cubicBezTo>
                  <a:pt x="521494" y="466527"/>
                  <a:pt x="523875" y="455811"/>
                  <a:pt x="523875" y="444500"/>
                </a:cubicBezTo>
                <a:lnTo>
                  <a:pt x="523875" y="428625"/>
                </a:lnTo>
                <a:cubicBezTo>
                  <a:pt x="523875" y="375841"/>
                  <a:pt x="504031" y="327620"/>
                  <a:pt x="471388" y="291108"/>
                </a:cubicBezTo>
                <a:cubicBezTo>
                  <a:pt x="482997" y="287635"/>
                  <a:pt x="495300" y="285750"/>
                  <a:pt x="508000" y="285750"/>
                </a:cubicBezTo>
                <a:cubicBezTo>
                  <a:pt x="578148" y="285750"/>
                  <a:pt x="635000" y="342602"/>
                  <a:pt x="635000" y="412750"/>
                </a:cubicBezTo>
                <a:lnTo>
                  <a:pt x="635000" y="444500"/>
                </a:lnTo>
                <a:cubicBezTo>
                  <a:pt x="635000" y="462062"/>
                  <a:pt x="620812" y="476250"/>
                  <a:pt x="603250" y="476250"/>
                </a:cubicBezTo>
                <a:lnTo>
                  <a:pt x="517227" y="476250"/>
                </a:lnTo>
                <a:close/>
                <a:moveTo>
                  <a:pt x="468313" y="158750"/>
                </a:moveTo>
                <a:cubicBezTo>
                  <a:pt x="468313" y="119323"/>
                  <a:pt x="500323" y="87313"/>
                  <a:pt x="539750" y="87313"/>
                </a:cubicBezTo>
                <a:cubicBezTo>
                  <a:pt x="579177" y="87313"/>
                  <a:pt x="611188" y="119323"/>
                  <a:pt x="611188" y="158750"/>
                </a:cubicBezTo>
                <a:cubicBezTo>
                  <a:pt x="611188" y="198177"/>
                  <a:pt x="579177" y="230188"/>
                  <a:pt x="539750" y="230188"/>
                </a:cubicBezTo>
                <a:cubicBezTo>
                  <a:pt x="500323" y="230188"/>
                  <a:pt x="468313" y="198177"/>
                  <a:pt x="468313" y="158750"/>
                </a:cubicBezTo>
                <a:close/>
                <a:moveTo>
                  <a:pt x="158750" y="428625"/>
                </a:moveTo>
                <a:cubicBezTo>
                  <a:pt x="158750" y="340916"/>
                  <a:pt x="229791" y="269875"/>
                  <a:pt x="317500" y="269875"/>
                </a:cubicBezTo>
                <a:cubicBezTo>
                  <a:pt x="405209" y="269875"/>
                  <a:pt x="476250" y="340916"/>
                  <a:pt x="476250" y="428625"/>
                </a:cubicBezTo>
                <a:lnTo>
                  <a:pt x="476250" y="444500"/>
                </a:lnTo>
                <a:cubicBezTo>
                  <a:pt x="476250" y="462062"/>
                  <a:pt x="462062" y="476250"/>
                  <a:pt x="444500" y="476250"/>
                </a:cubicBezTo>
                <a:lnTo>
                  <a:pt x="190500" y="476250"/>
                </a:lnTo>
                <a:cubicBezTo>
                  <a:pt x="172938" y="476250"/>
                  <a:pt x="158750" y="462062"/>
                  <a:pt x="158750" y="444500"/>
                </a:cubicBezTo>
                <a:lnTo>
                  <a:pt x="158750" y="428625"/>
                </a:lnTo>
                <a:close/>
              </a:path>
            </a:pathLst>
          </a:custGeom>
          <a:solidFill>
            <a:srgbClr val="C4956A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0" y="2159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Yoshlar tarbiyasi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26500" y="279400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Oilada va maktabda to'g'ri qadriyatlar singdirish, yoshlarni ekstremizmga qarshi ruhda tarbiyalash.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080000"/>
            <a:ext cx="7048500" cy="2921000"/>
          </a:xfrm>
          <a:prstGeom prst="rect">
            <a:avLst/>
          </a:prstGeom>
          <a:solidFill>
            <a:srgbClr val="1A1A1E">
              <a:alpha val="5098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151" y="277813"/>
                </a:moveTo>
                <a:lnTo>
                  <a:pt x="159742" y="277813"/>
                </a:lnTo>
                <a:cubicBezTo>
                  <a:pt x="162620" y="341809"/>
                  <a:pt x="176808" y="400745"/>
                  <a:pt x="196949" y="443905"/>
                </a:cubicBezTo>
                <a:cubicBezTo>
                  <a:pt x="208260" y="468213"/>
                  <a:pt x="220464" y="485378"/>
                  <a:pt x="231775" y="495895"/>
                </a:cubicBezTo>
                <a:cubicBezTo>
                  <a:pt x="242887" y="506313"/>
                  <a:pt x="250527" y="508000"/>
                  <a:pt x="254496" y="508000"/>
                </a:cubicBezTo>
                <a:cubicBezTo>
                  <a:pt x="258465" y="508000"/>
                  <a:pt x="266105" y="506313"/>
                  <a:pt x="277217" y="495895"/>
                </a:cubicBezTo>
                <a:cubicBezTo>
                  <a:pt x="288528" y="485378"/>
                  <a:pt x="300732" y="468114"/>
                  <a:pt x="312043" y="443905"/>
                </a:cubicBezTo>
                <a:cubicBezTo>
                  <a:pt x="332184" y="400745"/>
                  <a:pt x="346373" y="341809"/>
                  <a:pt x="349250" y="277813"/>
                </a:cubicBezTo>
                <a:close/>
                <a:moveTo>
                  <a:pt x="159643" y="230188"/>
                </a:moveTo>
                <a:lnTo>
                  <a:pt x="349052" y="230188"/>
                </a:lnTo>
                <a:cubicBezTo>
                  <a:pt x="346273" y="166191"/>
                  <a:pt x="332085" y="107255"/>
                  <a:pt x="311944" y="64095"/>
                </a:cubicBezTo>
                <a:cubicBezTo>
                  <a:pt x="300633" y="39886"/>
                  <a:pt x="288429" y="22622"/>
                  <a:pt x="277118" y="12105"/>
                </a:cubicBezTo>
                <a:cubicBezTo>
                  <a:pt x="266005" y="1687"/>
                  <a:pt x="258366" y="0"/>
                  <a:pt x="254397" y="0"/>
                </a:cubicBezTo>
                <a:cubicBezTo>
                  <a:pt x="250428" y="0"/>
                  <a:pt x="242788" y="1687"/>
                  <a:pt x="231676" y="12105"/>
                </a:cubicBezTo>
                <a:cubicBezTo>
                  <a:pt x="220365" y="22622"/>
                  <a:pt x="208161" y="39886"/>
                  <a:pt x="196850" y="64095"/>
                </a:cubicBezTo>
                <a:cubicBezTo>
                  <a:pt x="176709" y="107255"/>
                  <a:pt x="162520" y="166191"/>
                  <a:pt x="159643" y="230188"/>
                </a:cubicBezTo>
                <a:close/>
                <a:moveTo>
                  <a:pt x="112018" y="230188"/>
                </a:moveTo>
                <a:cubicBezTo>
                  <a:pt x="115491" y="145256"/>
                  <a:pt x="137418" y="66377"/>
                  <a:pt x="169466" y="14585"/>
                </a:cubicBezTo>
                <a:cubicBezTo>
                  <a:pt x="78085" y="46930"/>
                  <a:pt x="10815" y="130175"/>
                  <a:pt x="1488" y="230188"/>
                </a:cubicBezTo>
                <a:lnTo>
                  <a:pt x="112018" y="230188"/>
                </a:lnTo>
                <a:close/>
                <a:moveTo>
                  <a:pt x="1488" y="277813"/>
                </a:moveTo>
                <a:cubicBezTo>
                  <a:pt x="10815" y="377825"/>
                  <a:pt x="78085" y="461070"/>
                  <a:pt x="169466" y="493415"/>
                </a:cubicBezTo>
                <a:cubicBezTo>
                  <a:pt x="137418" y="441623"/>
                  <a:pt x="115491" y="362744"/>
                  <a:pt x="112018" y="277813"/>
                </a:cubicBezTo>
                <a:lnTo>
                  <a:pt x="1488" y="277813"/>
                </a:lnTo>
                <a:close/>
                <a:moveTo>
                  <a:pt x="396776" y="277813"/>
                </a:moveTo>
                <a:cubicBezTo>
                  <a:pt x="393303" y="362744"/>
                  <a:pt x="371376" y="441623"/>
                  <a:pt x="339328" y="493415"/>
                </a:cubicBezTo>
                <a:cubicBezTo>
                  <a:pt x="430709" y="460970"/>
                  <a:pt x="497979" y="377825"/>
                  <a:pt x="507305" y="277813"/>
                </a:cubicBezTo>
                <a:lnTo>
                  <a:pt x="396776" y="277813"/>
                </a:lnTo>
                <a:close/>
                <a:moveTo>
                  <a:pt x="507305" y="230188"/>
                </a:moveTo>
                <a:cubicBezTo>
                  <a:pt x="497979" y="130175"/>
                  <a:pt x="430709" y="46930"/>
                  <a:pt x="339328" y="14585"/>
                </a:cubicBezTo>
                <a:cubicBezTo>
                  <a:pt x="371376" y="66377"/>
                  <a:pt x="393303" y="145256"/>
                  <a:pt x="396776" y="230188"/>
                </a:cubicBezTo>
                <a:lnTo>
                  <a:pt x="507305" y="230188"/>
                </a:lnTo>
                <a:close/>
              </a:path>
            </a:pathLst>
          </a:custGeom>
          <a:solidFill>
            <a:srgbClr val="C4956A"/>
          </a:solidFill>
          <a:ln/>
        </p:spPr>
      </p:sp>
      <p:sp>
        <p:nvSpPr>
          <p:cNvPr id="15" name="Text 13"/>
          <p:cNvSpPr/>
          <p:nvPr/>
        </p:nvSpPr>
        <p:spPr>
          <a:xfrm>
            <a:off x="1841500" y="546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Internetdan ehtiyot bo'lish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609600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Internetdagi yolg'on targ'ibot va ekstremistik kontentdan ehtiyot bo'lish, kritik fikrlashni o'stirish.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5080000"/>
            <a:ext cx="7048500" cy="2921000"/>
          </a:xfrm>
          <a:prstGeom prst="rect">
            <a:avLst/>
          </a:prstGeom>
          <a:solidFill>
            <a:srgbClr val="1A1A1E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90000" y="5461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290612" y="381000"/>
                </a:moveTo>
                <a:cubicBezTo>
                  <a:pt x="297855" y="358874"/>
                  <a:pt x="312341" y="338832"/>
                  <a:pt x="328712" y="321568"/>
                </a:cubicBezTo>
                <a:cubicBezTo>
                  <a:pt x="361156" y="287437"/>
                  <a:pt x="381000" y="241300"/>
                  <a:pt x="381000" y="190500"/>
                </a:cubicBezTo>
                <a:cubicBezTo>
                  <a:pt x="381000" y="85328"/>
                  <a:pt x="295672" y="0"/>
                  <a:pt x="190500" y="0"/>
                </a:cubicBezTo>
                <a:cubicBezTo>
                  <a:pt x="85328" y="0"/>
                  <a:pt x="0" y="85328"/>
                  <a:pt x="0" y="190500"/>
                </a:cubicBezTo>
                <a:cubicBezTo>
                  <a:pt x="0" y="241300"/>
                  <a:pt x="19844" y="287437"/>
                  <a:pt x="52288" y="321568"/>
                </a:cubicBezTo>
                <a:cubicBezTo>
                  <a:pt x="68659" y="338832"/>
                  <a:pt x="83245" y="358874"/>
                  <a:pt x="90388" y="381000"/>
                </a:cubicBezTo>
                <a:lnTo>
                  <a:pt x="290513" y="381000"/>
                </a:lnTo>
                <a:close/>
                <a:moveTo>
                  <a:pt x="285750" y="428625"/>
                </a:moveTo>
                <a:lnTo>
                  <a:pt x="95250" y="428625"/>
                </a:lnTo>
                <a:lnTo>
                  <a:pt x="95250" y="444500"/>
                </a:lnTo>
                <a:cubicBezTo>
                  <a:pt x="95250" y="488355"/>
                  <a:pt x="130770" y="523875"/>
                  <a:pt x="174625" y="523875"/>
                </a:cubicBezTo>
                <a:lnTo>
                  <a:pt x="206375" y="523875"/>
                </a:lnTo>
                <a:cubicBezTo>
                  <a:pt x="250230" y="523875"/>
                  <a:pt x="285750" y="488355"/>
                  <a:pt x="285750" y="444500"/>
                </a:cubicBezTo>
                <a:lnTo>
                  <a:pt x="285750" y="428625"/>
                </a:lnTo>
                <a:close/>
                <a:moveTo>
                  <a:pt x="182563" y="111125"/>
                </a:moveTo>
                <a:cubicBezTo>
                  <a:pt x="143073" y="111125"/>
                  <a:pt x="111125" y="143073"/>
                  <a:pt x="111125" y="182563"/>
                </a:cubicBezTo>
                <a:cubicBezTo>
                  <a:pt x="111125" y="195759"/>
                  <a:pt x="100509" y="206375"/>
                  <a:pt x="87313" y="206375"/>
                </a:cubicBezTo>
                <a:cubicBezTo>
                  <a:pt x="74116" y="206375"/>
                  <a:pt x="63500" y="195759"/>
                  <a:pt x="63500" y="182563"/>
                </a:cubicBezTo>
                <a:cubicBezTo>
                  <a:pt x="63500" y="116780"/>
                  <a:pt x="116780" y="63500"/>
                  <a:pt x="182563" y="63500"/>
                </a:cubicBezTo>
                <a:cubicBezTo>
                  <a:pt x="195759" y="63500"/>
                  <a:pt x="206375" y="74116"/>
                  <a:pt x="206375" y="87313"/>
                </a:cubicBezTo>
                <a:cubicBezTo>
                  <a:pt x="206375" y="100509"/>
                  <a:pt x="195759" y="111125"/>
                  <a:pt x="182563" y="111125"/>
                </a:cubicBezTo>
                <a:close/>
              </a:path>
            </a:pathLst>
          </a:custGeom>
          <a:solidFill>
            <a:srgbClr val="C4956A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0" y="5461000"/>
            <a:ext cx="558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2D3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Ma'rifatni kuchaytirish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26500" y="6096000"/>
            <a:ext cx="6286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2D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Ommaviy axborot vositalari orqali xalqqa to'g'ri ma'lumot yetkazish, ma'rifiy tadbirlar o'tkazish.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A858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23000" y="3048000"/>
            <a:ext cx="3810000" cy="254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3" name="Text 1"/>
          <p:cNvSpPr/>
          <p:nvPr/>
        </p:nvSpPr>
        <p:spPr>
          <a:xfrm>
            <a:off x="4318000" y="330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8A85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XULOSA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3937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Terrorizm din emas.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3200" dirty="0">
                <a:solidFill>
                  <a:srgbClr val="F5F0E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Din insonlarni tinchlik, mehr-oqibat va yaxshilikka chorlaydi.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23000" y="5842000"/>
            <a:ext cx="3810000" cy="25400"/>
          </a:xfrm>
          <a:prstGeom prst="rect">
            <a:avLst/>
          </a:prstGeom>
          <a:solidFill>
            <a:srgbClr val="C4956A"/>
          </a:solidFill>
          <a:ln/>
        </p:spPr>
      </p:sp>
      <p:sp>
        <p:nvSpPr>
          <p:cNvPr id="6" name="Shape 4"/>
          <p:cNvSpPr/>
          <p:nvPr/>
        </p:nvSpPr>
        <p:spPr>
          <a:xfrm>
            <a:off x="7823200" y="6223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90550" y="76200"/>
                </a:moveTo>
                <a:cubicBezTo>
                  <a:pt x="606266" y="76200"/>
                  <a:pt x="615196" y="94178"/>
                  <a:pt x="605790" y="106680"/>
                </a:cubicBezTo>
                <a:lnTo>
                  <a:pt x="571500" y="152400"/>
                </a:lnTo>
                <a:lnTo>
                  <a:pt x="571500" y="361950"/>
                </a:lnTo>
                <a:cubicBezTo>
                  <a:pt x="571500" y="456605"/>
                  <a:pt x="494705" y="533400"/>
                  <a:pt x="400050" y="533400"/>
                </a:cubicBezTo>
                <a:lnTo>
                  <a:pt x="266700" y="533400"/>
                </a:lnTo>
                <a:lnTo>
                  <a:pt x="211574" y="588526"/>
                </a:lnTo>
                <a:cubicBezTo>
                  <a:pt x="199192" y="600908"/>
                  <a:pt x="180022" y="603290"/>
                  <a:pt x="165021" y="594241"/>
                </a:cubicBezTo>
                <a:lnTo>
                  <a:pt x="49411" y="524947"/>
                </a:lnTo>
                <a:cubicBezTo>
                  <a:pt x="29170" y="512802"/>
                  <a:pt x="31552" y="482679"/>
                  <a:pt x="53459" y="473869"/>
                </a:cubicBezTo>
                <a:lnTo>
                  <a:pt x="190500" y="419100"/>
                </a:lnTo>
                <a:cubicBezTo>
                  <a:pt x="28337" y="370403"/>
                  <a:pt x="8930" y="202168"/>
                  <a:pt x="26194" y="113943"/>
                </a:cubicBezTo>
                <a:cubicBezTo>
                  <a:pt x="30480" y="92750"/>
                  <a:pt x="53935" y="85011"/>
                  <a:pt x="72985" y="95488"/>
                </a:cubicBezTo>
                <a:lnTo>
                  <a:pt x="381000" y="266700"/>
                </a:lnTo>
                <a:lnTo>
                  <a:pt x="381000" y="171450"/>
                </a:lnTo>
                <a:cubicBezTo>
                  <a:pt x="381000" y="118824"/>
                  <a:pt x="423624" y="76200"/>
                  <a:pt x="476250" y="76200"/>
                </a:cubicBezTo>
                <a:lnTo>
                  <a:pt x="590550" y="76200"/>
                </a:lnTo>
                <a:close/>
                <a:moveTo>
                  <a:pt x="476250" y="142875"/>
                </a:moveTo>
                <a:cubicBezTo>
                  <a:pt x="460479" y="142875"/>
                  <a:pt x="447675" y="155679"/>
                  <a:pt x="447675" y="171450"/>
                </a:cubicBezTo>
                <a:cubicBezTo>
                  <a:pt x="447675" y="187221"/>
                  <a:pt x="460479" y="200025"/>
                  <a:pt x="476250" y="200025"/>
                </a:cubicBezTo>
                <a:cubicBezTo>
                  <a:pt x="492021" y="200025"/>
                  <a:pt x="504825" y="187221"/>
                  <a:pt x="504825" y="171450"/>
                </a:cubicBezTo>
                <a:cubicBezTo>
                  <a:pt x="504825" y="155679"/>
                  <a:pt x="492021" y="142875"/>
                  <a:pt x="476250" y="142875"/>
                </a:cubicBezTo>
                <a:close/>
                <a:moveTo>
                  <a:pt x="217289" y="-11430"/>
                </a:moveTo>
                <a:cubicBezTo>
                  <a:pt x="232053" y="-27742"/>
                  <a:pt x="256937" y="-22027"/>
                  <a:pt x="267891" y="-2977"/>
                </a:cubicBezTo>
                <a:lnTo>
                  <a:pt x="335042" y="114062"/>
                </a:lnTo>
                <a:cubicBezTo>
                  <a:pt x="328136" y="131207"/>
                  <a:pt x="324088" y="149900"/>
                  <a:pt x="323850" y="169426"/>
                </a:cubicBezTo>
                <a:lnTo>
                  <a:pt x="164425" y="80962"/>
                </a:lnTo>
                <a:cubicBezTo>
                  <a:pt x="176451" y="43339"/>
                  <a:pt x="196572" y="11430"/>
                  <a:pt x="217289" y="-11430"/>
                </a:cubicBezTo>
                <a:close/>
              </a:path>
            </a:pathLst>
          </a:custGeom>
          <a:solidFill>
            <a:srgbClr val="C4956A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Terrorizm va diniy niqob</dc:title>
  <dc:subject>Terrorizm va diniy niqob</dc:subject>
  <dc:creator>Kimi</dc:creator>
  <cp:lastModifiedBy>Kimi</cp:lastModifiedBy>
  <cp:revision>1</cp:revision>
  <dcterms:created xsi:type="dcterms:W3CDTF">2026-05-26T07:43:57Z</dcterms:created>
  <dcterms:modified xsi:type="dcterms:W3CDTF">2026-05-26T07:43:57Z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{"Label":"Terrorizm va diniy niqob","ContentProducer":"001191110108MACG2KBH8F10000","ProduceID":"19e633d1-3f22-8315-8000-000057bc8d75","ReservedCode1":"","ContentPropagator":"001191110108MACG2KBH8F20000","PropagateID":"19e633d1-3f22-8315-8000-000057bc8d75","ReservedCode2":""}</vt:lpwstr>
  </property>
</Properties>
</file>