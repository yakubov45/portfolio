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9144000" cy="16256000"/>
  <p:embeddedFontLst>
    <p:embeddedFont>
      <p:font typeface="Oranienbaum" panose="02000506080000020003" pitchFamily="2" charset="0"/>
      <p:regular r:id="rId9"/>
    </p:embeddedFont>
    <p:embeddedFont>
      <p:font typeface="Quattrocento Sans" panose="020B0502050000020003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43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qfsizmjdgo2/mnt/agents/output/sekta-reabilitatsiya/images/10_Man_Breaking_Chains_Images_Browse.png"/>
          <p:cNvPicPr>
            <a:picLocks noChangeAspect="1"/>
          </p:cNvPicPr>
          <p:nvPr/>
        </p:nvPicPr>
        <p:blipFill>
          <a:blip r:embed="rId3"/>
          <a:srcRect l="233" r="233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2926">
                  <a:alpha val="13000"/>
                </a:srgbClr>
              </a:gs>
              <a:gs pos="40000">
                <a:srgbClr val="2D2926">
                  <a:alpha val="50000"/>
                </a:srgbClr>
              </a:gs>
              <a:gs pos="100000">
                <a:srgbClr val="2D2926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5588000"/>
            <a:ext cx="2540000" cy="381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5842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kern="0" spc="1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Sekta a'zolarini reabilitatsiya qilish muammolari</a:t>
            </a:r>
            <a:endParaRPr lang="en-US" sz="4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Sekta tushunchasi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62000" y="1905000"/>
            <a:ext cx="8001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6B2D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Sekta</a:t>
            </a:r>
            <a:r>
              <a:rPr lang="en-US" sz="20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diniy yoki mafkuraviy yopiq guruh bo'lib, o'z a'zolarining ong ustida kuchli ta'sir o'tkazadi.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Asosiy xususiyatlari: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A'zolarni psixologik boshqaruv usullari qo'llaydi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Shaxsning mustaqil fikrlash qobiliyatini susaytiradi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Jamiyatdan izolyatsiya qilishga intiladi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62000" y="6604000"/>
            <a:ext cx="8001000" cy="1651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6858000"/>
            <a:ext cx="1524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10K+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2794000" y="7048500"/>
            <a:ext cx="558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sekta guruhlari dunyo bo'ylab faoliyat yuritmoqda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10" name="Text 7"/>
          <p:cNvSpPr/>
          <p:nvPr/>
        </p:nvSpPr>
        <p:spPr>
          <a:xfrm>
            <a:off x="14732000" y="86995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Asosiy muammolar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6B2D3E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1905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Psixologik bosim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Doimiy qo'rquv, aybdorlik hissi va shaxsiy qadriyatlarning yo'qolishi. A'zolar o'zlarini qabul qilish qobiliyatini yo'qotadilar.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9" name="Shape 7"/>
          <p:cNvSpPr/>
          <p:nvPr/>
        </p:nvSpPr>
        <p:spPr>
          <a:xfrm>
            <a:off x="8699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5630" y="8533"/>
                </a:moveTo>
                <a:cubicBezTo>
                  <a:pt x="263426" y="-2778"/>
                  <a:pt x="244574" y="-2778"/>
                  <a:pt x="232470" y="8533"/>
                </a:cubicBezTo>
                <a:lnTo>
                  <a:pt x="10220" y="214908"/>
                </a:lnTo>
                <a:cubicBezTo>
                  <a:pt x="695" y="223838"/>
                  <a:pt x="-2480" y="237629"/>
                  <a:pt x="2282" y="249734"/>
                </a:cubicBezTo>
                <a:cubicBezTo>
                  <a:pt x="7045" y="261838"/>
                  <a:pt x="18653" y="269875"/>
                  <a:pt x="31750" y="269875"/>
                </a:cubicBezTo>
                <a:lnTo>
                  <a:pt x="47625" y="269875"/>
                </a:lnTo>
                <a:lnTo>
                  <a:pt x="47625" y="444500"/>
                </a:lnTo>
                <a:cubicBezTo>
                  <a:pt x="47625" y="479524"/>
                  <a:pt x="76101" y="508000"/>
                  <a:pt x="111125" y="508000"/>
                </a:cubicBezTo>
                <a:lnTo>
                  <a:pt x="196850" y="508000"/>
                </a:lnTo>
                <a:lnTo>
                  <a:pt x="165795" y="456208"/>
                </a:lnTo>
                <a:cubicBezTo>
                  <a:pt x="161727" y="449461"/>
                  <a:pt x="163215" y="440829"/>
                  <a:pt x="169267" y="435868"/>
                </a:cubicBezTo>
                <a:lnTo>
                  <a:pt x="254000" y="365125"/>
                </a:lnTo>
                <a:lnTo>
                  <a:pt x="194270" y="282972"/>
                </a:lnTo>
                <a:cubicBezTo>
                  <a:pt x="183455" y="268089"/>
                  <a:pt x="202406" y="249734"/>
                  <a:pt x="216892" y="261144"/>
                </a:cubicBezTo>
                <a:lnTo>
                  <a:pt x="333871" y="353020"/>
                </a:lnTo>
                <a:cubicBezTo>
                  <a:pt x="341809" y="359271"/>
                  <a:pt x="342007" y="371277"/>
                  <a:pt x="334268" y="377726"/>
                </a:cubicBezTo>
                <a:lnTo>
                  <a:pt x="254000" y="444500"/>
                </a:lnTo>
                <a:lnTo>
                  <a:pt x="292100" y="508000"/>
                </a:lnTo>
                <a:lnTo>
                  <a:pt x="396875" y="508000"/>
                </a:lnTo>
                <a:cubicBezTo>
                  <a:pt x="431899" y="508000"/>
                  <a:pt x="460375" y="479524"/>
                  <a:pt x="460375" y="444500"/>
                </a:cubicBezTo>
                <a:lnTo>
                  <a:pt x="460375" y="269875"/>
                </a:lnTo>
                <a:lnTo>
                  <a:pt x="476250" y="269875"/>
                </a:lnTo>
                <a:cubicBezTo>
                  <a:pt x="489347" y="269875"/>
                  <a:pt x="501055" y="261838"/>
                  <a:pt x="505817" y="249734"/>
                </a:cubicBezTo>
                <a:cubicBezTo>
                  <a:pt x="510580" y="237629"/>
                  <a:pt x="507405" y="223738"/>
                  <a:pt x="497880" y="214908"/>
                </a:cubicBezTo>
                <a:lnTo>
                  <a:pt x="275630" y="8533"/>
                </a:lnTo>
                <a:close/>
              </a:path>
            </a:pathLst>
          </a:custGeom>
          <a:solidFill>
            <a:srgbClr val="6B2D3E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1905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Oiladan uzoqlashish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2540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Yaquinlar bilan aloqa uzilishi, oilaviy bog'liqliklarning zaiflashuvi va ijtimoiy qurollanishning yo'qolishi.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6500" y="5461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127000" y="95250"/>
                </a:moveTo>
                <a:lnTo>
                  <a:pt x="127000" y="158750"/>
                </a:lnTo>
                <a:lnTo>
                  <a:pt x="254000" y="158750"/>
                </a:lnTo>
                <a:lnTo>
                  <a:pt x="254000" y="95250"/>
                </a:lnTo>
                <a:cubicBezTo>
                  <a:pt x="254000" y="60226"/>
                  <a:pt x="225524" y="31750"/>
                  <a:pt x="190500" y="31750"/>
                </a:cubicBezTo>
                <a:cubicBezTo>
                  <a:pt x="155476" y="31750"/>
                  <a:pt x="127000" y="60226"/>
                  <a:pt x="127000" y="95250"/>
                </a:cubicBezTo>
                <a:close/>
                <a:moveTo>
                  <a:pt x="63500" y="158750"/>
                </a:moveTo>
                <a:lnTo>
                  <a:pt x="63500" y="95250"/>
                </a:lnTo>
                <a:cubicBezTo>
                  <a:pt x="63500" y="25102"/>
                  <a:pt x="120352" y="-31750"/>
                  <a:pt x="190500" y="-31750"/>
                </a:cubicBezTo>
                <a:cubicBezTo>
                  <a:pt x="260648" y="-31750"/>
                  <a:pt x="317500" y="25102"/>
                  <a:pt x="317500" y="95250"/>
                </a:cubicBezTo>
                <a:lnTo>
                  <a:pt x="317500" y="158750"/>
                </a:lnTo>
                <a:cubicBezTo>
                  <a:pt x="352524" y="158750"/>
                  <a:pt x="381000" y="187226"/>
                  <a:pt x="381000" y="222250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222250"/>
                </a:lnTo>
                <a:cubicBezTo>
                  <a:pt x="0" y="187226"/>
                  <a:pt x="28476" y="158750"/>
                  <a:pt x="63500" y="158750"/>
                </a:cubicBezTo>
                <a:close/>
              </a:path>
            </a:pathLst>
          </a:custGeom>
          <a:solidFill>
            <a:srgbClr val="6B2D3E"/>
          </a:solidFill>
          <a:ln/>
        </p:spPr>
      </p:sp>
      <p:sp>
        <p:nvSpPr>
          <p:cNvPr id="14" name="Text 12"/>
          <p:cNvSpPr/>
          <p:nvPr/>
        </p:nvSpPr>
        <p:spPr>
          <a:xfrm>
            <a:off x="1841500" y="5461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Mustaqil fikrlashning kamayishi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096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Tanqidiy fikrlash qobiliyati yo'qolishi, shaxsiy fikrlarni ifoda etish qiyinlashuvi va boshqalarga bo'lgan ishonchni yo'qotish.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18500" y="5080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8636000" y="5461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72430" y="-24705"/>
                </a:moveTo>
                <a:cubicBezTo>
                  <a:pt x="63103" y="-34032"/>
                  <a:pt x="48022" y="-34032"/>
                  <a:pt x="38795" y="-24705"/>
                </a:cubicBezTo>
                <a:cubicBezTo>
                  <a:pt x="29567" y="-15379"/>
                  <a:pt x="29468" y="-298"/>
                  <a:pt x="38695" y="9029"/>
                </a:cubicBezTo>
                <a:lnTo>
                  <a:pt x="562570" y="532904"/>
                </a:lnTo>
                <a:cubicBezTo>
                  <a:pt x="571897" y="542230"/>
                  <a:pt x="586978" y="542230"/>
                  <a:pt x="596205" y="532904"/>
                </a:cubicBezTo>
                <a:cubicBezTo>
                  <a:pt x="605433" y="523577"/>
                  <a:pt x="605532" y="508496"/>
                  <a:pt x="596205" y="499269"/>
                </a:cubicBezTo>
                <a:lnTo>
                  <a:pt x="319286" y="222250"/>
                </a:lnTo>
                <a:cubicBezTo>
                  <a:pt x="375444" y="221258"/>
                  <a:pt x="420688" y="175419"/>
                  <a:pt x="420688" y="119063"/>
                </a:cubicBezTo>
                <a:cubicBezTo>
                  <a:pt x="420688" y="62111"/>
                  <a:pt x="374452" y="15875"/>
                  <a:pt x="317500" y="15875"/>
                </a:cubicBezTo>
                <a:cubicBezTo>
                  <a:pt x="261144" y="15875"/>
                  <a:pt x="215305" y="61119"/>
                  <a:pt x="214313" y="117277"/>
                </a:cubicBezTo>
                <a:lnTo>
                  <a:pt x="72430" y="-24705"/>
                </a:lnTo>
                <a:close/>
                <a:moveTo>
                  <a:pt x="508000" y="285750"/>
                </a:moveTo>
                <a:cubicBezTo>
                  <a:pt x="490934" y="285750"/>
                  <a:pt x="474563" y="289123"/>
                  <a:pt x="459680" y="295275"/>
                </a:cubicBezTo>
                <a:lnTo>
                  <a:pt x="628352" y="463947"/>
                </a:lnTo>
                <a:cubicBezTo>
                  <a:pt x="632520" y="458589"/>
                  <a:pt x="635000" y="451842"/>
                  <a:pt x="635000" y="444500"/>
                </a:cubicBezTo>
                <a:lnTo>
                  <a:pt x="635000" y="412750"/>
                </a:lnTo>
                <a:cubicBezTo>
                  <a:pt x="635000" y="342602"/>
                  <a:pt x="578148" y="285750"/>
                  <a:pt x="508000" y="285750"/>
                </a:cubicBezTo>
                <a:close/>
                <a:moveTo>
                  <a:pt x="59432" y="96937"/>
                </a:moveTo>
                <a:cubicBezTo>
                  <a:pt x="38100" y="109339"/>
                  <a:pt x="23812" y="132358"/>
                  <a:pt x="23812" y="158750"/>
                </a:cubicBezTo>
                <a:cubicBezTo>
                  <a:pt x="23812" y="198239"/>
                  <a:pt x="55761" y="230188"/>
                  <a:pt x="95250" y="230188"/>
                </a:cubicBezTo>
                <a:cubicBezTo>
                  <a:pt x="121642" y="230188"/>
                  <a:pt x="144661" y="215900"/>
                  <a:pt x="157063" y="194568"/>
                </a:cubicBezTo>
                <a:lnTo>
                  <a:pt x="59432" y="96937"/>
                </a:lnTo>
                <a:close/>
                <a:moveTo>
                  <a:pt x="248245" y="285750"/>
                </a:moveTo>
                <a:cubicBezTo>
                  <a:pt x="195263" y="311448"/>
                  <a:pt x="158750" y="365820"/>
                  <a:pt x="158750" y="428625"/>
                </a:cubicBezTo>
                <a:lnTo>
                  <a:pt x="158750" y="444500"/>
                </a:lnTo>
                <a:cubicBezTo>
                  <a:pt x="158750" y="462062"/>
                  <a:pt x="172938" y="476250"/>
                  <a:pt x="190500" y="476250"/>
                </a:cubicBezTo>
                <a:lnTo>
                  <a:pt x="438745" y="476250"/>
                </a:lnTo>
                <a:lnTo>
                  <a:pt x="248245" y="285750"/>
                </a:lnTo>
                <a:close/>
                <a:moveTo>
                  <a:pt x="127000" y="285750"/>
                </a:moveTo>
                <a:cubicBezTo>
                  <a:pt x="56852" y="285750"/>
                  <a:pt x="0" y="342602"/>
                  <a:pt x="0" y="4127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17773" y="476250"/>
                </a:lnTo>
                <a:cubicBezTo>
                  <a:pt x="113506" y="466527"/>
                  <a:pt x="111125" y="455811"/>
                  <a:pt x="111125" y="444500"/>
                </a:cubicBezTo>
                <a:lnTo>
                  <a:pt x="111125" y="428625"/>
                </a:lnTo>
                <a:cubicBezTo>
                  <a:pt x="111125" y="375841"/>
                  <a:pt x="130969" y="327620"/>
                  <a:pt x="163612" y="291108"/>
                </a:cubicBezTo>
                <a:cubicBezTo>
                  <a:pt x="152003" y="287635"/>
                  <a:pt x="139700" y="285750"/>
                  <a:pt x="127000" y="285750"/>
                </a:cubicBezTo>
                <a:close/>
                <a:moveTo>
                  <a:pt x="611188" y="158750"/>
                </a:moveTo>
                <a:cubicBezTo>
                  <a:pt x="611188" y="119323"/>
                  <a:pt x="579177" y="87313"/>
                  <a:pt x="539750" y="87313"/>
                </a:cubicBezTo>
                <a:cubicBezTo>
                  <a:pt x="500323" y="87313"/>
                  <a:pt x="468313" y="119323"/>
                  <a:pt x="468313" y="158750"/>
                </a:cubicBezTo>
                <a:cubicBezTo>
                  <a:pt x="468313" y="198177"/>
                  <a:pt x="500323" y="230188"/>
                  <a:pt x="539750" y="230188"/>
                </a:cubicBezTo>
                <a:cubicBezTo>
                  <a:pt x="579177" y="230188"/>
                  <a:pt x="611188" y="198177"/>
                  <a:pt x="611188" y="158750"/>
                </a:cubicBezTo>
                <a:close/>
              </a:path>
            </a:pathLst>
          </a:custGeom>
          <a:solidFill>
            <a:srgbClr val="6B2D3E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5461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Jamiyatga moslashish qiyinligi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6096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Normal hayotga qaytishda to'siqlar, kasbiy ko'nikmalarning yo'qolishi va ijtimoiy munosabatlarni tiklashdagi qiyinchiliklar.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6995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Reabilitatsiya jarayoni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6" name="Text 4"/>
          <p:cNvSpPr/>
          <p:nvPr/>
        </p:nvSpPr>
        <p:spPr>
          <a:xfrm>
            <a:off x="1841500" y="1905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Psixologik yordam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540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Individual va guruh terapiyasi orqali psixologik travmalarni davolash, o'z-o'ziga ishonchni tiklash.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9" name="Shape 7"/>
          <p:cNvSpPr/>
          <p:nvPr/>
        </p:nvSpPr>
        <p:spPr>
          <a:xfrm>
            <a:off x="8667750" y="1905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99938" y="-12502"/>
                </a:moveTo>
                <a:cubicBezTo>
                  <a:pt x="291009" y="-16966"/>
                  <a:pt x="280491" y="-16966"/>
                  <a:pt x="271562" y="-12502"/>
                </a:cubicBezTo>
                <a:lnTo>
                  <a:pt x="17562" y="114498"/>
                </a:lnTo>
                <a:cubicBezTo>
                  <a:pt x="1885" y="122337"/>
                  <a:pt x="-4465" y="141387"/>
                  <a:pt x="3373" y="157063"/>
                </a:cubicBezTo>
                <a:cubicBezTo>
                  <a:pt x="11212" y="172740"/>
                  <a:pt x="30262" y="179090"/>
                  <a:pt x="45938" y="171252"/>
                </a:cubicBezTo>
                <a:lnTo>
                  <a:pt x="285750" y="51395"/>
                </a:lnTo>
                <a:lnTo>
                  <a:pt x="525562" y="171252"/>
                </a:lnTo>
                <a:cubicBezTo>
                  <a:pt x="541238" y="179090"/>
                  <a:pt x="560288" y="172740"/>
                  <a:pt x="568127" y="157063"/>
                </a:cubicBezTo>
                <a:cubicBezTo>
                  <a:pt x="575965" y="141387"/>
                  <a:pt x="569615" y="122337"/>
                  <a:pt x="553938" y="114498"/>
                </a:cubicBezTo>
                <a:lnTo>
                  <a:pt x="299938" y="-12502"/>
                </a:lnTo>
                <a:close/>
                <a:moveTo>
                  <a:pt x="285750" y="269875"/>
                </a:moveTo>
                <a:cubicBezTo>
                  <a:pt x="316416" y="269875"/>
                  <a:pt x="341313" y="244978"/>
                  <a:pt x="341313" y="214313"/>
                </a:cubicBezTo>
                <a:cubicBezTo>
                  <a:pt x="341313" y="183647"/>
                  <a:pt x="316416" y="158750"/>
                  <a:pt x="285750" y="158750"/>
                </a:cubicBezTo>
                <a:cubicBezTo>
                  <a:pt x="255084" y="158750"/>
                  <a:pt x="230188" y="183647"/>
                  <a:pt x="230188" y="214313"/>
                </a:cubicBezTo>
                <a:cubicBezTo>
                  <a:pt x="230188" y="244978"/>
                  <a:pt x="255084" y="269875"/>
                  <a:pt x="285750" y="269875"/>
                </a:cubicBezTo>
                <a:close/>
                <a:moveTo>
                  <a:pt x="285750" y="317500"/>
                </a:moveTo>
                <a:cubicBezTo>
                  <a:pt x="233164" y="317500"/>
                  <a:pt x="190500" y="360164"/>
                  <a:pt x="190500" y="412750"/>
                </a:cubicBezTo>
                <a:lnTo>
                  <a:pt x="190500" y="444500"/>
                </a:lnTo>
                <a:cubicBezTo>
                  <a:pt x="190500" y="462062"/>
                  <a:pt x="204688" y="476250"/>
                  <a:pt x="222250" y="476250"/>
                </a:cubicBezTo>
                <a:lnTo>
                  <a:pt x="349250" y="476250"/>
                </a:lnTo>
                <a:cubicBezTo>
                  <a:pt x="366812" y="476250"/>
                  <a:pt x="381000" y="462062"/>
                  <a:pt x="381000" y="444500"/>
                </a:cubicBezTo>
                <a:lnTo>
                  <a:pt x="381000" y="412750"/>
                </a:lnTo>
                <a:cubicBezTo>
                  <a:pt x="381000" y="360164"/>
                  <a:pt x="338336" y="317500"/>
                  <a:pt x="285750" y="317500"/>
                </a:cubicBezTo>
                <a:close/>
                <a:moveTo>
                  <a:pt x="158750" y="254000"/>
                </a:moveTo>
                <a:cubicBezTo>
                  <a:pt x="158750" y="227715"/>
                  <a:pt x="137410" y="206375"/>
                  <a:pt x="111125" y="206375"/>
                </a:cubicBezTo>
                <a:cubicBezTo>
                  <a:pt x="84840" y="206375"/>
                  <a:pt x="63500" y="227715"/>
                  <a:pt x="63500" y="254000"/>
                </a:cubicBezTo>
                <a:cubicBezTo>
                  <a:pt x="63500" y="280285"/>
                  <a:pt x="84840" y="301625"/>
                  <a:pt x="111125" y="301625"/>
                </a:cubicBezTo>
                <a:cubicBezTo>
                  <a:pt x="137410" y="301625"/>
                  <a:pt x="158750" y="280285"/>
                  <a:pt x="158750" y="254000"/>
                </a:cubicBezTo>
                <a:close/>
                <a:moveTo>
                  <a:pt x="508000" y="254000"/>
                </a:moveTo>
                <a:cubicBezTo>
                  <a:pt x="508000" y="227715"/>
                  <a:pt x="486660" y="206375"/>
                  <a:pt x="460375" y="206375"/>
                </a:cubicBezTo>
                <a:cubicBezTo>
                  <a:pt x="434090" y="206375"/>
                  <a:pt x="412750" y="227715"/>
                  <a:pt x="412750" y="254000"/>
                </a:cubicBezTo>
                <a:cubicBezTo>
                  <a:pt x="412750" y="280285"/>
                  <a:pt x="434090" y="301625"/>
                  <a:pt x="460375" y="301625"/>
                </a:cubicBezTo>
                <a:cubicBezTo>
                  <a:pt x="486660" y="301625"/>
                  <a:pt x="508000" y="280285"/>
                  <a:pt x="508000" y="254000"/>
                </a:cubicBezTo>
                <a:close/>
                <a:moveTo>
                  <a:pt x="111125" y="333375"/>
                </a:moveTo>
                <a:cubicBezTo>
                  <a:pt x="67270" y="333375"/>
                  <a:pt x="31750" y="368895"/>
                  <a:pt x="31750" y="412750"/>
                </a:cubicBezTo>
                <a:lnTo>
                  <a:pt x="31750" y="445591"/>
                </a:lnTo>
                <a:cubicBezTo>
                  <a:pt x="31750" y="462459"/>
                  <a:pt x="45442" y="476250"/>
                  <a:pt x="62409" y="476250"/>
                </a:cubicBezTo>
                <a:lnTo>
                  <a:pt x="149523" y="476250"/>
                </a:lnTo>
                <a:cubicBezTo>
                  <a:pt x="145256" y="466527"/>
                  <a:pt x="142875" y="455811"/>
                  <a:pt x="142875" y="444500"/>
                </a:cubicBezTo>
                <a:lnTo>
                  <a:pt x="142875" y="396875"/>
                </a:lnTo>
                <a:cubicBezTo>
                  <a:pt x="142875" y="378619"/>
                  <a:pt x="146348" y="361156"/>
                  <a:pt x="152598" y="345083"/>
                </a:cubicBezTo>
                <a:cubicBezTo>
                  <a:pt x="140494" y="337641"/>
                  <a:pt x="126305" y="333375"/>
                  <a:pt x="111125" y="333375"/>
                </a:cubicBezTo>
                <a:close/>
                <a:moveTo>
                  <a:pt x="422077" y="476250"/>
                </a:moveTo>
                <a:lnTo>
                  <a:pt x="509191" y="476250"/>
                </a:lnTo>
                <a:cubicBezTo>
                  <a:pt x="526058" y="476250"/>
                  <a:pt x="539849" y="462558"/>
                  <a:pt x="539849" y="445591"/>
                </a:cubicBezTo>
                <a:lnTo>
                  <a:pt x="539849" y="412750"/>
                </a:lnTo>
                <a:cubicBezTo>
                  <a:pt x="539849" y="368895"/>
                  <a:pt x="504329" y="333375"/>
                  <a:pt x="460474" y="333375"/>
                </a:cubicBezTo>
                <a:cubicBezTo>
                  <a:pt x="445294" y="333375"/>
                  <a:pt x="431105" y="337641"/>
                  <a:pt x="419001" y="345083"/>
                </a:cubicBezTo>
                <a:cubicBezTo>
                  <a:pt x="425252" y="361156"/>
                  <a:pt x="428724" y="378619"/>
                  <a:pt x="428724" y="396875"/>
                </a:cubicBezTo>
                <a:lnTo>
                  <a:pt x="428724" y="444500"/>
                </a:lnTo>
                <a:cubicBezTo>
                  <a:pt x="428724" y="455811"/>
                  <a:pt x="426343" y="466527"/>
                  <a:pt x="422077" y="476250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1905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Oilaviy qo'llab-quvvatlash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2540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Yaquinlar bilan aloqani tiklash, oilaviy bog'liqliklarni mustahkamlash va o'zaro ishonchni qayta qurish.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1250" y="546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6799" y="84534"/>
                </a:moveTo>
                <a:lnTo>
                  <a:pt x="151110" y="213122"/>
                </a:lnTo>
                <a:cubicBezTo>
                  <a:pt x="146546" y="218182"/>
                  <a:pt x="146745" y="226020"/>
                  <a:pt x="151606" y="230882"/>
                </a:cubicBezTo>
                <a:cubicBezTo>
                  <a:pt x="181868" y="261144"/>
                  <a:pt x="230981" y="261144"/>
                  <a:pt x="261243" y="230882"/>
                </a:cubicBezTo>
                <a:lnTo>
                  <a:pt x="292795" y="199330"/>
                </a:lnTo>
                <a:cubicBezTo>
                  <a:pt x="296962" y="195163"/>
                  <a:pt x="302220" y="192881"/>
                  <a:pt x="307578" y="192484"/>
                </a:cubicBezTo>
                <a:cubicBezTo>
                  <a:pt x="314325" y="191889"/>
                  <a:pt x="321270" y="194171"/>
                  <a:pt x="326430" y="199330"/>
                </a:cubicBezTo>
                <a:lnTo>
                  <a:pt x="501650" y="373063"/>
                </a:lnTo>
                <a:lnTo>
                  <a:pt x="571500" y="317500"/>
                </a:lnTo>
                <a:lnTo>
                  <a:pt x="571500" y="31750"/>
                </a:lnTo>
                <a:lnTo>
                  <a:pt x="460375" y="95250"/>
                </a:lnTo>
                <a:lnTo>
                  <a:pt x="436761" y="79474"/>
                </a:lnTo>
                <a:cubicBezTo>
                  <a:pt x="421084" y="69056"/>
                  <a:pt x="402729" y="63500"/>
                  <a:pt x="383877" y="63500"/>
                </a:cubicBezTo>
                <a:lnTo>
                  <a:pt x="314027" y="63500"/>
                </a:lnTo>
                <a:cubicBezTo>
                  <a:pt x="312936" y="63500"/>
                  <a:pt x="311745" y="63500"/>
                  <a:pt x="310654" y="63599"/>
                </a:cubicBezTo>
                <a:cubicBezTo>
                  <a:pt x="293886" y="64492"/>
                  <a:pt x="278110" y="72033"/>
                  <a:pt x="266799" y="84534"/>
                </a:cubicBezTo>
                <a:close/>
                <a:moveTo>
                  <a:pt x="115689" y="181273"/>
                </a:moveTo>
                <a:lnTo>
                  <a:pt x="221655" y="63500"/>
                </a:lnTo>
                <a:lnTo>
                  <a:pt x="182364" y="63500"/>
                </a:lnTo>
                <a:cubicBezTo>
                  <a:pt x="157063" y="63500"/>
                  <a:pt x="132854" y="73521"/>
                  <a:pt x="114995" y="91380"/>
                </a:cubicBezTo>
                <a:lnTo>
                  <a:pt x="111125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55178" y="446782"/>
                </a:lnTo>
                <a:cubicBezTo>
                  <a:pt x="177998" y="465832"/>
                  <a:pt x="206772" y="476250"/>
                  <a:pt x="236438" y="476250"/>
                </a:cubicBezTo>
                <a:lnTo>
                  <a:pt x="252016" y="476250"/>
                </a:lnTo>
                <a:lnTo>
                  <a:pt x="245070" y="469305"/>
                </a:lnTo>
                <a:cubicBezTo>
                  <a:pt x="235744" y="459978"/>
                  <a:pt x="235744" y="444897"/>
                  <a:pt x="245070" y="435670"/>
                </a:cubicBezTo>
                <a:cubicBezTo>
                  <a:pt x="254397" y="426442"/>
                  <a:pt x="269478" y="426343"/>
                  <a:pt x="278705" y="435670"/>
                </a:cubicBezTo>
                <a:lnTo>
                  <a:pt x="319385" y="476349"/>
                </a:lnTo>
                <a:lnTo>
                  <a:pt x="328315" y="476349"/>
                </a:lnTo>
                <a:cubicBezTo>
                  <a:pt x="347266" y="476349"/>
                  <a:pt x="365820" y="472083"/>
                  <a:pt x="382687" y="464145"/>
                </a:cubicBezTo>
                <a:lnTo>
                  <a:pt x="356195" y="437555"/>
                </a:lnTo>
                <a:cubicBezTo>
                  <a:pt x="346869" y="428228"/>
                  <a:pt x="346869" y="413147"/>
                  <a:pt x="356195" y="403920"/>
                </a:cubicBezTo>
                <a:cubicBezTo>
                  <a:pt x="365522" y="394692"/>
                  <a:pt x="380603" y="394593"/>
                  <a:pt x="389830" y="403920"/>
                </a:cubicBezTo>
                <a:lnTo>
                  <a:pt x="421580" y="435670"/>
                </a:lnTo>
                <a:lnTo>
                  <a:pt x="438944" y="418306"/>
                </a:lnTo>
                <a:cubicBezTo>
                  <a:pt x="447774" y="409476"/>
                  <a:pt x="450354" y="396677"/>
                  <a:pt x="446484" y="385465"/>
                </a:cubicBezTo>
                <a:lnTo>
                  <a:pt x="309662" y="249734"/>
                </a:lnTo>
                <a:lnTo>
                  <a:pt x="294878" y="264517"/>
                </a:lnTo>
                <a:cubicBezTo>
                  <a:pt x="245963" y="313432"/>
                  <a:pt x="166787" y="313432"/>
                  <a:pt x="117872" y="264517"/>
                </a:cubicBezTo>
                <a:cubicBezTo>
                  <a:pt x="95052" y="241697"/>
                  <a:pt x="94159" y="205085"/>
                  <a:pt x="115689" y="181173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4" name="Text 12"/>
          <p:cNvSpPr/>
          <p:nvPr/>
        </p:nvSpPr>
        <p:spPr>
          <a:xfrm>
            <a:off x="1841500" y="5461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Ijtimoiy moslashtirish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096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Jamiyat hayotiga qaytish, yangi do'stlar orttirish va ijtimoiy faoliyatni qayta boshlash.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18500" y="5080000"/>
            <a:ext cx="71755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8667750" y="546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5461000"/>
            <a:ext cx="571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Ta'lim va kasbga yo'naltirish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99500" y="6096000"/>
            <a:ext cx="64135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Yangi kasbiy ko'nikmalarni shakllantirish, ta'lim olish va mehnat bozorida o'z o'rnini topish.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21" name="Text 19"/>
          <p:cNvSpPr/>
          <p:nvPr/>
        </p:nvSpPr>
        <p:spPr>
          <a:xfrm>
            <a:off x="14732000" y="86995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4572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635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Mutaxassislar roli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6990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5" name="Shape 3"/>
          <p:cNvSpPr/>
          <p:nvPr/>
        </p:nvSpPr>
        <p:spPr>
          <a:xfrm>
            <a:off x="1174750" y="1905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22250" y="7938"/>
                </a:moveTo>
                <a:cubicBezTo>
                  <a:pt x="156538" y="7938"/>
                  <a:pt x="103188" y="61288"/>
                  <a:pt x="103188" y="127000"/>
                </a:cubicBezTo>
                <a:cubicBezTo>
                  <a:pt x="103188" y="192712"/>
                  <a:pt x="156538" y="246063"/>
                  <a:pt x="222250" y="246063"/>
                </a:cubicBezTo>
                <a:cubicBezTo>
                  <a:pt x="287962" y="246063"/>
                  <a:pt x="341313" y="192712"/>
                  <a:pt x="341313" y="127000"/>
                </a:cubicBezTo>
                <a:cubicBezTo>
                  <a:pt x="341313" y="61288"/>
                  <a:pt x="287962" y="7938"/>
                  <a:pt x="222250" y="7938"/>
                </a:cubicBezTo>
                <a:close/>
                <a:moveTo>
                  <a:pt x="281781" y="318294"/>
                </a:moveTo>
                <a:cubicBezTo>
                  <a:pt x="276423" y="317798"/>
                  <a:pt x="270867" y="317500"/>
                  <a:pt x="265311" y="317500"/>
                </a:cubicBezTo>
                <a:lnTo>
                  <a:pt x="179090" y="317500"/>
                </a:lnTo>
                <a:cubicBezTo>
                  <a:pt x="173534" y="317500"/>
                  <a:pt x="168077" y="317798"/>
                  <a:pt x="162620" y="318294"/>
                </a:cubicBezTo>
                <a:lnTo>
                  <a:pt x="162620" y="385266"/>
                </a:lnTo>
                <a:cubicBezTo>
                  <a:pt x="178991" y="392807"/>
                  <a:pt x="190401" y="409377"/>
                  <a:pt x="190401" y="428526"/>
                </a:cubicBezTo>
                <a:cubicBezTo>
                  <a:pt x="190401" y="454819"/>
                  <a:pt x="169069" y="476151"/>
                  <a:pt x="142776" y="476151"/>
                </a:cubicBezTo>
                <a:cubicBezTo>
                  <a:pt x="116483" y="476151"/>
                  <a:pt x="95151" y="454819"/>
                  <a:pt x="95151" y="428526"/>
                </a:cubicBezTo>
                <a:cubicBezTo>
                  <a:pt x="95151" y="409277"/>
                  <a:pt x="106561" y="392708"/>
                  <a:pt x="122932" y="385266"/>
                </a:cubicBezTo>
                <a:lnTo>
                  <a:pt x="122932" y="327323"/>
                </a:lnTo>
                <a:cubicBezTo>
                  <a:pt x="60523" y="350242"/>
                  <a:pt x="15875" y="410369"/>
                  <a:pt x="15875" y="480814"/>
                </a:cubicBezTo>
                <a:cubicBezTo>
                  <a:pt x="15875" y="495796"/>
                  <a:pt x="28079" y="508000"/>
                  <a:pt x="43061" y="508000"/>
                </a:cubicBezTo>
                <a:lnTo>
                  <a:pt x="401340" y="508000"/>
                </a:lnTo>
                <a:cubicBezTo>
                  <a:pt x="416322" y="508000"/>
                  <a:pt x="428526" y="495796"/>
                  <a:pt x="428526" y="480814"/>
                </a:cubicBezTo>
                <a:cubicBezTo>
                  <a:pt x="428526" y="410369"/>
                  <a:pt x="383877" y="350341"/>
                  <a:pt x="321370" y="327422"/>
                </a:cubicBezTo>
                <a:lnTo>
                  <a:pt x="321370" y="364530"/>
                </a:lnTo>
                <a:cubicBezTo>
                  <a:pt x="344488" y="372666"/>
                  <a:pt x="361057" y="394791"/>
                  <a:pt x="361057" y="420688"/>
                </a:cubicBezTo>
                <a:lnTo>
                  <a:pt x="361057" y="452437"/>
                </a:lnTo>
                <a:cubicBezTo>
                  <a:pt x="361057" y="463352"/>
                  <a:pt x="352127" y="472281"/>
                  <a:pt x="341213" y="472281"/>
                </a:cubicBezTo>
                <a:cubicBezTo>
                  <a:pt x="330299" y="472281"/>
                  <a:pt x="321370" y="463352"/>
                  <a:pt x="321370" y="452437"/>
                </a:cubicBezTo>
                <a:lnTo>
                  <a:pt x="321370" y="420688"/>
                </a:lnTo>
                <a:cubicBezTo>
                  <a:pt x="321370" y="409773"/>
                  <a:pt x="312440" y="400844"/>
                  <a:pt x="301526" y="400844"/>
                </a:cubicBezTo>
                <a:cubicBezTo>
                  <a:pt x="290612" y="400844"/>
                  <a:pt x="281682" y="409773"/>
                  <a:pt x="281682" y="420688"/>
                </a:cubicBezTo>
                <a:lnTo>
                  <a:pt x="281682" y="452437"/>
                </a:lnTo>
                <a:cubicBezTo>
                  <a:pt x="281682" y="463352"/>
                  <a:pt x="272752" y="472281"/>
                  <a:pt x="261838" y="472281"/>
                </a:cubicBezTo>
                <a:cubicBezTo>
                  <a:pt x="250924" y="472281"/>
                  <a:pt x="241995" y="463352"/>
                  <a:pt x="241995" y="452437"/>
                </a:cubicBezTo>
                <a:lnTo>
                  <a:pt x="241995" y="420688"/>
                </a:lnTo>
                <a:cubicBezTo>
                  <a:pt x="241995" y="394791"/>
                  <a:pt x="258564" y="372765"/>
                  <a:pt x="281682" y="364530"/>
                </a:cubicBezTo>
                <a:lnTo>
                  <a:pt x="281682" y="318294"/>
                </a:ln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40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Psixologlar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48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Psixologik travmalarni davolash va ruhiy tiklanishni ta'minlash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78500" y="1524000"/>
            <a:ext cx="46990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9" name="Shape 7"/>
          <p:cNvSpPr/>
          <p:nvPr/>
        </p:nvSpPr>
        <p:spPr>
          <a:xfrm>
            <a:off x="6159500" y="190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40196"/>
                </a:moveTo>
                <a:lnTo>
                  <a:pt x="254000" y="447080"/>
                </a:lnTo>
                <a:lnTo>
                  <a:pt x="254496" y="446881"/>
                </a:lnTo>
                <a:cubicBezTo>
                  <a:pt x="308670" y="424359"/>
                  <a:pt x="366812" y="412750"/>
                  <a:pt x="425450" y="412750"/>
                </a:cubicBezTo>
                <a:lnTo>
                  <a:pt x="444500" y="412750"/>
                </a:lnTo>
                <a:lnTo>
                  <a:pt x="444500" y="95250"/>
                </a:lnTo>
                <a:lnTo>
                  <a:pt x="425450" y="95250"/>
                </a:lnTo>
                <a:cubicBezTo>
                  <a:pt x="383580" y="95250"/>
                  <a:pt x="342007" y="103584"/>
                  <a:pt x="303312" y="119658"/>
                </a:cubicBezTo>
                <a:cubicBezTo>
                  <a:pt x="286643" y="126603"/>
                  <a:pt x="270173" y="133449"/>
                  <a:pt x="254000" y="140196"/>
                </a:cubicBezTo>
                <a:close/>
                <a:moveTo>
                  <a:pt x="229096" y="61020"/>
                </a:moveTo>
                <a:lnTo>
                  <a:pt x="254000" y="71438"/>
                </a:lnTo>
                <a:lnTo>
                  <a:pt x="278904" y="61020"/>
                </a:lnTo>
                <a:cubicBezTo>
                  <a:pt x="325338" y="41672"/>
                  <a:pt x="375146" y="31750"/>
                  <a:pt x="425450" y="31750"/>
                </a:cubicBezTo>
                <a:lnTo>
                  <a:pt x="460375" y="31750"/>
                </a:lnTo>
                <a:cubicBezTo>
                  <a:pt x="486668" y="31750"/>
                  <a:pt x="508000" y="53082"/>
                  <a:pt x="508000" y="79375"/>
                </a:cubicBezTo>
                <a:lnTo>
                  <a:pt x="508000" y="428625"/>
                </a:lnTo>
                <a:cubicBezTo>
                  <a:pt x="508000" y="454918"/>
                  <a:pt x="486668" y="476250"/>
                  <a:pt x="460375" y="476250"/>
                </a:cubicBezTo>
                <a:lnTo>
                  <a:pt x="425450" y="476250"/>
                </a:lnTo>
                <a:cubicBezTo>
                  <a:pt x="375146" y="476250"/>
                  <a:pt x="325338" y="486172"/>
                  <a:pt x="278904" y="505520"/>
                </a:cubicBezTo>
                <a:lnTo>
                  <a:pt x="266204" y="510778"/>
                </a:lnTo>
                <a:cubicBezTo>
                  <a:pt x="258366" y="514052"/>
                  <a:pt x="249634" y="514052"/>
                  <a:pt x="241796" y="510778"/>
                </a:cubicBezTo>
                <a:lnTo>
                  <a:pt x="229096" y="505520"/>
                </a:lnTo>
                <a:cubicBezTo>
                  <a:pt x="182662" y="486172"/>
                  <a:pt x="132854" y="476250"/>
                  <a:pt x="82550" y="476250"/>
                </a:cubicBezTo>
                <a:lnTo>
                  <a:pt x="47625" y="476250"/>
                </a:lnTo>
                <a:cubicBezTo>
                  <a:pt x="21332" y="476250"/>
                  <a:pt x="0" y="454918"/>
                  <a:pt x="0" y="428625"/>
                </a:cubicBezTo>
                <a:lnTo>
                  <a:pt x="0" y="79375"/>
                </a:lnTo>
                <a:cubicBezTo>
                  <a:pt x="0" y="53082"/>
                  <a:pt x="21332" y="31750"/>
                  <a:pt x="47625" y="31750"/>
                </a:cubicBezTo>
                <a:lnTo>
                  <a:pt x="82550" y="31750"/>
                </a:lnTo>
                <a:cubicBezTo>
                  <a:pt x="132854" y="31750"/>
                  <a:pt x="182662" y="41672"/>
                  <a:pt x="229096" y="61020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0" name="Text 8"/>
          <p:cNvSpPr/>
          <p:nvPr/>
        </p:nvSpPr>
        <p:spPr>
          <a:xfrm>
            <a:off x="6159500" y="2540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Diniy mutaxassislar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59500" y="3048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Diniy ta'lim va konsultatsiya orqali to'g'ri tushunchalar berish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24000"/>
            <a:ext cx="46990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12500" y="1905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15875"/>
                </a:moveTo>
                <a:cubicBezTo>
                  <a:pt x="374451" y="15875"/>
                  <a:pt x="420688" y="62112"/>
                  <a:pt x="420688" y="119063"/>
                </a:cubicBezTo>
                <a:cubicBezTo>
                  <a:pt x="420688" y="176013"/>
                  <a:pt x="374451" y="222250"/>
                  <a:pt x="317500" y="222250"/>
                </a:cubicBezTo>
                <a:cubicBezTo>
                  <a:pt x="260549" y="222250"/>
                  <a:pt x="214313" y="176013"/>
                  <a:pt x="214313" y="119063"/>
                </a:cubicBezTo>
                <a:cubicBezTo>
                  <a:pt x="214313" y="62112"/>
                  <a:pt x="260549" y="15875"/>
                  <a:pt x="317500" y="15875"/>
                </a:cubicBezTo>
                <a:close/>
                <a:moveTo>
                  <a:pt x="95250" y="87313"/>
                </a:moveTo>
                <a:cubicBezTo>
                  <a:pt x="134677" y="87313"/>
                  <a:pt x="166688" y="119323"/>
                  <a:pt x="166688" y="158750"/>
                </a:cubicBezTo>
                <a:cubicBezTo>
                  <a:pt x="166688" y="198177"/>
                  <a:pt x="134677" y="230188"/>
                  <a:pt x="95250" y="230188"/>
                </a:cubicBezTo>
                <a:cubicBezTo>
                  <a:pt x="55823" y="230188"/>
                  <a:pt x="23813" y="198177"/>
                  <a:pt x="23812" y="158750"/>
                </a:cubicBezTo>
                <a:cubicBezTo>
                  <a:pt x="23812" y="119323"/>
                  <a:pt x="55823" y="87313"/>
                  <a:pt x="95250" y="87313"/>
                </a:cubicBezTo>
                <a:close/>
                <a:moveTo>
                  <a:pt x="0" y="412750"/>
                </a:moveTo>
                <a:cubicBezTo>
                  <a:pt x="0" y="342602"/>
                  <a:pt x="56852" y="285750"/>
                  <a:pt x="127000" y="285750"/>
                </a:cubicBezTo>
                <a:cubicBezTo>
                  <a:pt x="139700" y="285750"/>
                  <a:pt x="152003" y="287635"/>
                  <a:pt x="163612" y="291108"/>
                </a:cubicBezTo>
                <a:cubicBezTo>
                  <a:pt x="130969" y="327620"/>
                  <a:pt x="111125" y="375841"/>
                  <a:pt x="111125" y="428625"/>
                </a:cubicBezTo>
                <a:lnTo>
                  <a:pt x="111125" y="444500"/>
                </a:lnTo>
                <a:cubicBezTo>
                  <a:pt x="111125" y="455811"/>
                  <a:pt x="113506" y="466527"/>
                  <a:pt x="117773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412750"/>
                </a:lnTo>
                <a:close/>
                <a:moveTo>
                  <a:pt x="517227" y="476250"/>
                </a:moveTo>
                <a:cubicBezTo>
                  <a:pt x="521494" y="466527"/>
                  <a:pt x="523875" y="455811"/>
                  <a:pt x="523875" y="444500"/>
                </a:cubicBezTo>
                <a:lnTo>
                  <a:pt x="523875" y="428625"/>
                </a:lnTo>
                <a:cubicBezTo>
                  <a:pt x="523875" y="375841"/>
                  <a:pt x="504031" y="327620"/>
                  <a:pt x="471388" y="291108"/>
                </a:cubicBezTo>
                <a:cubicBezTo>
                  <a:pt x="482997" y="287635"/>
                  <a:pt x="495300" y="285750"/>
                  <a:pt x="508000" y="285750"/>
                </a:cubicBezTo>
                <a:cubicBezTo>
                  <a:pt x="578148" y="285750"/>
                  <a:pt x="635000" y="342602"/>
                  <a:pt x="635000" y="412750"/>
                </a:cubicBezTo>
                <a:lnTo>
                  <a:pt x="635000" y="444500"/>
                </a:lnTo>
                <a:cubicBezTo>
                  <a:pt x="635000" y="462062"/>
                  <a:pt x="620812" y="476250"/>
                  <a:pt x="603250" y="476250"/>
                </a:cubicBezTo>
                <a:lnTo>
                  <a:pt x="517227" y="476250"/>
                </a:lnTo>
                <a:close/>
                <a:moveTo>
                  <a:pt x="468313" y="158750"/>
                </a:moveTo>
                <a:cubicBezTo>
                  <a:pt x="468313" y="119323"/>
                  <a:pt x="500323" y="87313"/>
                  <a:pt x="539750" y="87313"/>
                </a:cubicBezTo>
                <a:cubicBezTo>
                  <a:pt x="579177" y="87313"/>
                  <a:pt x="611188" y="119323"/>
                  <a:pt x="611188" y="158750"/>
                </a:cubicBezTo>
                <a:cubicBezTo>
                  <a:pt x="611188" y="198177"/>
                  <a:pt x="579177" y="230188"/>
                  <a:pt x="539750" y="230188"/>
                </a:cubicBezTo>
                <a:cubicBezTo>
                  <a:pt x="500323" y="230188"/>
                  <a:pt x="468313" y="198177"/>
                  <a:pt x="468313" y="158750"/>
                </a:cubicBezTo>
                <a:close/>
                <a:moveTo>
                  <a:pt x="158750" y="428625"/>
                </a:moveTo>
                <a:cubicBezTo>
                  <a:pt x="158750" y="340916"/>
                  <a:pt x="229791" y="269875"/>
                  <a:pt x="317500" y="269875"/>
                </a:cubicBezTo>
                <a:cubicBezTo>
                  <a:pt x="405209" y="269875"/>
                  <a:pt x="476250" y="340916"/>
                  <a:pt x="476250" y="428625"/>
                </a:cubicBezTo>
                <a:lnTo>
                  <a:pt x="476250" y="444500"/>
                </a:lnTo>
                <a:cubicBezTo>
                  <a:pt x="476250" y="462062"/>
                  <a:pt x="462062" y="476250"/>
                  <a:pt x="444500" y="476250"/>
                </a:cubicBezTo>
                <a:lnTo>
                  <a:pt x="190500" y="476250"/>
                </a:lnTo>
                <a:cubicBezTo>
                  <a:pt x="172938" y="476250"/>
                  <a:pt x="158750" y="462062"/>
                  <a:pt x="158750" y="444500"/>
                </a:cubicBezTo>
                <a:lnTo>
                  <a:pt x="158750" y="428625"/>
                </a:ln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2540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Ijtimoiy xodimlar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3048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Ijtimoiy xizmatlar va amaliy ko'mak ko'rsatish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263900" y="5080000"/>
            <a:ext cx="46990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3150" y="546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18" name="Text 16"/>
          <p:cNvSpPr/>
          <p:nvPr/>
        </p:nvSpPr>
        <p:spPr>
          <a:xfrm>
            <a:off x="3644900" y="6096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Psixoterapevtlar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44900" y="6604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Chuqur terapiya va reabilitatsiya jarayonini boshqarish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80400" y="5080000"/>
            <a:ext cx="4699000" cy="3175000"/>
          </a:xfrm>
          <a:prstGeom prst="rect">
            <a:avLst/>
          </a:prstGeom>
          <a:solidFill>
            <a:srgbClr val="EDE8E1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7900" y="5461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81000" y="31750"/>
                </a:moveTo>
                <a:lnTo>
                  <a:pt x="508000" y="31750"/>
                </a:lnTo>
                <a:cubicBezTo>
                  <a:pt x="525562" y="31750"/>
                  <a:pt x="539750" y="45938"/>
                  <a:pt x="539750" y="63500"/>
                </a:cubicBezTo>
                <a:cubicBezTo>
                  <a:pt x="539750" y="81062"/>
                  <a:pt x="525562" y="95250"/>
                  <a:pt x="508000" y="95250"/>
                </a:cubicBezTo>
                <a:lnTo>
                  <a:pt x="395287" y="95250"/>
                </a:lnTo>
                <a:cubicBezTo>
                  <a:pt x="390128" y="120848"/>
                  <a:pt x="372566" y="141982"/>
                  <a:pt x="349250" y="152102"/>
                </a:cubicBezTo>
                <a:lnTo>
                  <a:pt x="349250" y="444500"/>
                </a:lnTo>
                <a:lnTo>
                  <a:pt x="508000" y="444500"/>
                </a:lnTo>
                <a:cubicBezTo>
                  <a:pt x="525562" y="444500"/>
                  <a:pt x="539750" y="458688"/>
                  <a:pt x="539750" y="476250"/>
                </a:cubicBezTo>
                <a:cubicBezTo>
                  <a:pt x="539750" y="493812"/>
                  <a:pt x="525562" y="508000"/>
                  <a:pt x="508000" y="508000"/>
                </a:cubicBezTo>
                <a:lnTo>
                  <a:pt x="127000" y="508000"/>
                </a:lnTo>
                <a:cubicBezTo>
                  <a:pt x="109438" y="508000"/>
                  <a:pt x="95250" y="493812"/>
                  <a:pt x="95250" y="476250"/>
                </a:cubicBezTo>
                <a:cubicBezTo>
                  <a:pt x="95250" y="458688"/>
                  <a:pt x="109438" y="444500"/>
                  <a:pt x="127000" y="444500"/>
                </a:cubicBezTo>
                <a:lnTo>
                  <a:pt x="285750" y="444500"/>
                </a:lnTo>
                <a:lnTo>
                  <a:pt x="285750" y="152102"/>
                </a:lnTo>
                <a:cubicBezTo>
                  <a:pt x="262434" y="141883"/>
                  <a:pt x="244872" y="120749"/>
                  <a:pt x="239713" y="95250"/>
                </a:cubicBezTo>
                <a:lnTo>
                  <a:pt x="127000" y="95250"/>
                </a:lnTo>
                <a:cubicBezTo>
                  <a:pt x="109438" y="95250"/>
                  <a:pt x="95250" y="81062"/>
                  <a:pt x="95250" y="63500"/>
                </a:cubicBezTo>
                <a:cubicBezTo>
                  <a:pt x="95250" y="45938"/>
                  <a:pt x="109438" y="31750"/>
                  <a:pt x="127000" y="31750"/>
                </a:cubicBezTo>
                <a:lnTo>
                  <a:pt x="254000" y="31750"/>
                </a:lnTo>
                <a:cubicBezTo>
                  <a:pt x="268486" y="12502"/>
                  <a:pt x="291505" y="0"/>
                  <a:pt x="317500" y="0"/>
                </a:cubicBezTo>
                <a:cubicBezTo>
                  <a:pt x="343495" y="0"/>
                  <a:pt x="366514" y="12502"/>
                  <a:pt x="381000" y="31750"/>
                </a:cubicBezTo>
                <a:close/>
                <a:moveTo>
                  <a:pt x="436166" y="317500"/>
                </a:moveTo>
                <a:lnTo>
                  <a:pt x="579834" y="317500"/>
                </a:lnTo>
                <a:lnTo>
                  <a:pt x="508000" y="194270"/>
                </a:lnTo>
                <a:lnTo>
                  <a:pt x="436166" y="317500"/>
                </a:lnTo>
                <a:close/>
                <a:moveTo>
                  <a:pt x="508000" y="412750"/>
                </a:moveTo>
                <a:cubicBezTo>
                  <a:pt x="445591" y="412750"/>
                  <a:pt x="393700" y="379016"/>
                  <a:pt x="382984" y="334466"/>
                </a:cubicBezTo>
                <a:cubicBezTo>
                  <a:pt x="380405" y="323552"/>
                  <a:pt x="383977" y="312341"/>
                  <a:pt x="389632" y="302617"/>
                </a:cubicBezTo>
                <a:lnTo>
                  <a:pt x="484088" y="140692"/>
                </a:lnTo>
                <a:cubicBezTo>
                  <a:pt x="489049" y="132159"/>
                  <a:pt x="498177" y="127000"/>
                  <a:pt x="508000" y="127000"/>
                </a:cubicBezTo>
                <a:cubicBezTo>
                  <a:pt x="517823" y="127000"/>
                  <a:pt x="526951" y="132259"/>
                  <a:pt x="531912" y="140692"/>
                </a:cubicBezTo>
                <a:lnTo>
                  <a:pt x="626368" y="302617"/>
                </a:lnTo>
                <a:cubicBezTo>
                  <a:pt x="632023" y="312341"/>
                  <a:pt x="635595" y="323552"/>
                  <a:pt x="633016" y="334466"/>
                </a:cubicBezTo>
                <a:cubicBezTo>
                  <a:pt x="622300" y="378916"/>
                  <a:pt x="570409" y="412750"/>
                  <a:pt x="508000" y="412750"/>
                </a:cubicBezTo>
                <a:close/>
                <a:moveTo>
                  <a:pt x="125809" y="194270"/>
                </a:moveTo>
                <a:lnTo>
                  <a:pt x="53975" y="317500"/>
                </a:lnTo>
                <a:lnTo>
                  <a:pt x="197743" y="317500"/>
                </a:lnTo>
                <a:lnTo>
                  <a:pt x="125809" y="194270"/>
                </a:lnTo>
                <a:close/>
                <a:moveTo>
                  <a:pt x="893" y="334466"/>
                </a:moveTo>
                <a:cubicBezTo>
                  <a:pt x="-1687" y="323552"/>
                  <a:pt x="1885" y="312341"/>
                  <a:pt x="7541" y="302617"/>
                </a:cubicBezTo>
                <a:lnTo>
                  <a:pt x="101997" y="140692"/>
                </a:lnTo>
                <a:cubicBezTo>
                  <a:pt x="106958" y="132159"/>
                  <a:pt x="116086" y="127000"/>
                  <a:pt x="125909" y="127000"/>
                </a:cubicBezTo>
                <a:cubicBezTo>
                  <a:pt x="135731" y="127000"/>
                  <a:pt x="144859" y="132259"/>
                  <a:pt x="149820" y="140692"/>
                </a:cubicBezTo>
                <a:lnTo>
                  <a:pt x="244277" y="302617"/>
                </a:lnTo>
                <a:cubicBezTo>
                  <a:pt x="249932" y="312341"/>
                  <a:pt x="253504" y="323552"/>
                  <a:pt x="250924" y="334466"/>
                </a:cubicBezTo>
                <a:cubicBezTo>
                  <a:pt x="240209" y="378916"/>
                  <a:pt x="188317" y="412750"/>
                  <a:pt x="125909" y="412750"/>
                </a:cubicBezTo>
                <a:cubicBezTo>
                  <a:pt x="63500" y="412750"/>
                  <a:pt x="11609" y="379016"/>
                  <a:pt x="893" y="334466"/>
                </a:cubicBezTo>
                <a:close/>
              </a:path>
            </a:pathLst>
          </a:custGeom>
          <a:solidFill>
            <a:srgbClr val="5E7A5E"/>
          </a:solidFill>
          <a:ln/>
        </p:spPr>
      </p:sp>
      <p:sp>
        <p:nvSpPr>
          <p:cNvPr id="22" name="Text 20"/>
          <p:cNvSpPr/>
          <p:nvPr/>
        </p:nvSpPr>
        <p:spPr>
          <a:xfrm>
            <a:off x="8661400" y="6096000"/>
            <a:ext cx="3937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6B2D3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Huquqshunoslar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61400" y="6604000"/>
            <a:ext cx="393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Huquqiy himoya va kerakli hujjatlarni rasmiylashtirish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D5CFC7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6995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C7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qfsizmjdgo2/mnt/agents/output/sekta-reabilitatsiya/images/9_Warm_light_emanating_from_a_persons.png"/>
          <p:cNvPicPr>
            <a:picLocks noChangeAspect="1"/>
          </p:cNvPicPr>
          <p:nvPr/>
        </p:nvPicPr>
        <p:blipFill>
          <a:blip r:embed="rId3"/>
          <a:srcRect l="160" r="16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2D2926">
                  <a:alpha val="25000"/>
                </a:srgbClr>
              </a:gs>
              <a:gs pos="35000">
                <a:srgbClr val="2D2926">
                  <a:alpha val="56000"/>
                </a:srgbClr>
              </a:gs>
              <a:gs pos="100000">
                <a:srgbClr val="2D2926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4826000"/>
            <a:ext cx="2540000" cy="38100"/>
          </a:xfrm>
          <a:prstGeom prst="rect">
            <a:avLst/>
          </a:prstGeom>
          <a:solidFill>
            <a:srgbClr val="5E7A5E"/>
          </a:solidFill>
          <a:ln/>
        </p:spPr>
      </p:sp>
      <p:sp>
        <p:nvSpPr>
          <p:cNvPr id="5" name="Text 2"/>
          <p:cNvSpPr/>
          <p:nvPr/>
        </p:nvSpPr>
        <p:spPr>
          <a:xfrm>
            <a:off x="2413000" y="5080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1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Xulosa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413000" y="6096000"/>
            <a:ext cx="1143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Reabilitatsiya uzoq jarayon bo'lsa ham, to'g'ri yordam orqali insonni normal hayotga qaytarish </a:t>
            </a:r>
            <a:r>
              <a:rPr lang="en-US" sz="2000" dirty="0" err="1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mumkin</a:t>
            </a: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Custom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Oranienbaum</vt:lpstr>
      <vt:lpstr>QuattrocentoSans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Sekta a'zolarini reabilitatsiya qilish muammolari</dc:title>
  <dc:subject>Sekta a'zolarini reabilitatsiya qilish muammolari</dc:subject>
  <dc:creator>Kimi</dc:creator>
  <cp:lastModifiedBy>Foruh Yoqubjonov</cp:lastModifiedBy>
  <cp:revision>2</cp:revision>
  <dcterms:created xsi:type="dcterms:W3CDTF">2026-05-26T07:44:13Z</dcterms:created>
  <dcterms:modified xsi:type="dcterms:W3CDTF">2026-05-26T07:45:45Z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{"Label":"Sekta a'zolarini reabilitatsiya qilish muammolari","ContentProducer":"001191110108MACG2KBH8F10000","ProduceID":"19e633d9-97e2-8168-8000-000033d26bbf","ReservedCode1":"","ContentPropagator":"001191110108MACG2KBH8F20000","PropagateID":"19e633d9-97e2-8168-8000-000033d26bbf","ReservedCode2":""}</vt:lpwstr>
  </property>
</Properties>
</file>