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MiSans" panose="020B0604020202020204" charset="-122"/>
      <p:regular r:id="rId11"/>
    </p:embeddedFont>
    <p:embeddedFont>
      <p:font typeface="思源宋体" panose="020B0604020202020204" charset="-128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621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adsb.tmgrup.com.tr/fc989832df3e5c0374417a67f136f52770e5507f"/>
          <p:cNvPicPr>
            <a:picLocks noChangeAspect="1"/>
          </p:cNvPicPr>
          <p:nvPr/>
        </p:nvPicPr>
        <p:blipFill>
          <a:blip r:embed="rId3"/>
          <a:srcRect t="7897" b="789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85000"/>
                </a:srgbClr>
              </a:gs>
              <a:gs pos="100000">
                <a:srgbClr val="8B7355">
                  <a:alpha val="70000"/>
                </a:srgbClr>
              </a:gs>
            </a:gsLst>
            <a:lin ang="2700000" scaled="1"/>
          </a:gradFill>
          <a:ln/>
        </p:spPr>
      </p:sp>
      <p:pic>
        <p:nvPicPr>
          <p:cNvPr id="4" name="Image 1" descr="https://kimi-web-img.moonshot.cn/img/img.freepik.com/da8ddcade853e06b0c6396c0909b15d25e7dfe52.jp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/>
        </p:blipFill>
        <p:spPr>
          <a:xfrm>
            <a:off x="9982200" y="4648200"/>
            <a:ext cx="1828800" cy="1828800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 3"/>
          <p:cNvSpPr/>
          <p:nvPr/>
        </p:nvSpPr>
        <p:spPr>
          <a:xfrm>
            <a:off x="381000" y="1398270"/>
            <a:ext cx="807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5F5F5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Bahauddin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5F5F5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Naqshband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81000" y="398907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9" name="Text 5"/>
          <p:cNvSpPr/>
          <p:nvPr/>
        </p:nvSpPr>
        <p:spPr>
          <a:xfrm>
            <a:off x="381000" y="4331970"/>
            <a:ext cx="784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9A96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Hayoti va Merosi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138" y="423922"/>
            <a:ext cx="542620" cy="542620"/>
          </a:xfrm>
          <a:custGeom>
            <a:avLst/>
            <a:gdLst/>
            <a:ahLst/>
            <a:cxnLst/>
            <a:rect l="l" t="t" r="r" b="b"/>
            <a:pathLst>
              <a:path w="542620" h="542620">
                <a:moveTo>
                  <a:pt x="271310" y="0"/>
                </a:moveTo>
                <a:lnTo>
                  <a:pt x="271310" y="0"/>
                </a:lnTo>
                <a:cubicBezTo>
                  <a:pt x="421151" y="0"/>
                  <a:pt x="542620" y="121470"/>
                  <a:pt x="542620" y="271310"/>
                </a:cubicBezTo>
                <a:lnTo>
                  <a:pt x="542620" y="271310"/>
                </a:lnTo>
                <a:cubicBezTo>
                  <a:pt x="542620" y="421151"/>
                  <a:pt x="421151" y="542620"/>
                  <a:pt x="271310" y="542620"/>
                </a:cubicBezTo>
                <a:lnTo>
                  <a:pt x="271310" y="542620"/>
                </a:lnTo>
                <a:cubicBezTo>
                  <a:pt x="121470" y="542620"/>
                  <a:pt x="0" y="421151"/>
                  <a:pt x="0" y="271310"/>
                </a:cubicBezTo>
                <a:lnTo>
                  <a:pt x="0" y="271310"/>
                </a:lnTo>
                <a:cubicBezTo>
                  <a:pt x="0" y="121470"/>
                  <a:pt x="121470" y="0"/>
                  <a:pt x="27131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485391" y="568056"/>
            <a:ext cx="254353" cy="254353"/>
          </a:xfrm>
          <a:custGeom>
            <a:avLst/>
            <a:gdLst/>
            <a:ahLst/>
            <a:cxnLst/>
            <a:rect l="l" t="t" r="r" b="b"/>
            <a:pathLst>
              <a:path w="254353" h="254353">
                <a:moveTo>
                  <a:pt x="0" y="127177"/>
                </a:moveTo>
                <a:cubicBezTo>
                  <a:pt x="0" y="56931"/>
                  <a:pt x="56931" y="0"/>
                  <a:pt x="127177" y="0"/>
                </a:cubicBezTo>
                <a:cubicBezTo>
                  <a:pt x="143570" y="0"/>
                  <a:pt x="159269" y="3130"/>
                  <a:pt x="173676" y="8793"/>
                </a:cubicBezTo>
                <a:cubicBezTo>
                  <a:pt x="177352" y="10234"/>
                  <a:pt x="179389" y="14109"/>
                  <a:pt x="178544" y="17934"/>
                </a:cubicBezTo>
                <a:cubicBezTo>
                  <a:pt x="177700" y="21759"/>
                  <a:pt x="174172" y="24392"/>
                  <a:pt x="170248" y="24094"/>
                </a:cubicBezTo>
                <a:cubicBezTo>
                  <a:pt x="167863" y="23945"/>
                  <a:pt x="165429" y="23846"/>
                  <a:pt x="162995" y="23846"/>
                </a:cubicBezTo>
                <a:cubicBezTo>
                  <a:pt x="105914" y="23846"/>
                  <a:pt x="59664" y="70096"/>
                  <a:pt x="59664" y="127177"/>
                </a:cubicBezTo>
                <a:cubicBezTo>
                  <a:pt x="59664" y="184257"/>
                  <a:pt x="105914" y="230508"/>
                  <a:pt x="162995" y="230508"/>
                </a:cubicBezTo>
                <a:cubicBezTo>
                  <a:pt x="165429" y="230508"/>
                  <a:pt x="167863" y="230408"/>
                  <a:pt x="170248" y="230259"/>
                </a:cubicBezTo>
                <a:cubicBezTo>
                  <a:pt x="174172" y="230011"/>
                  <a:pt x="177700" y="232594"/>
                  <a:pt x="178544" y="236419"/>
                </a:cubicBezTo>
                <a:cubicBezTo>
                  <a:pt x="179389" y="240245"/>
                  <a:pt x="177352" y="244120"/>
                  <a:pt x="173676" y="245560"/>
                </a:cubicBezTo>
                <a:cubicBezTo>
                  <a:pt x="159269" y="251224"/>
                  <a:pt x="143570" y="254353"/>
                  <a:pt x="127177" y="254353"/>
                </a:cubicBezTo>
                <a:cubicBezTo>
                  <a:pt x="56931" y="254353"/>
                  <a:pt x="0" y="197422"/>
                  <a:pt x="0" y="127177"/>
                </a:cubicBezTo>
                <a:close/>
                <a:moveTo>
                  <a:pt x="186493" y="68258"/>
                </a:moveTo>
                <a:cubicBezTo>
                  <a:pt x="188231" y="64731"/>
                  <a:pt x="193299" y="64731"/>
                  <a:pt x="195037" y="68258"/>
                </a:cubicBezTo>
                <a:lnTo>
                  <a:pt x="210686" y="99953"/>
                </a:lnTo>
                <a:cubicBezTo>
                  <a:pt x="211381" y="101344"/>
                  <a:pt x="212723" y="102337"/>
                  <a:pt x="214263" y="102586"/>
                </a:cubicBezTo>
                <a:lnTo>
                  <a:pt x="249236" y="107653"/>
                </a:lnTo>
                <a:cubicBezTo>
                  <a:pt x="253161" y="108199"/>
                  <a:pt x="254701" y="113018"/>
                  <a:pt x="251869" y="115800"/>
                </a:cubicBezTo>
                <a:lnTo>
                  <a:pt x="226583" y="140441"/>
                </a:lnTo>
                <a:cubicBezTo>
                  <a:pt x="225440" y="141534"/>
                  <a:pt x="224944" y="143123"/>
                  <a:pt x="225192" y="144663"/>
                </a:cubicBezTo>
                <a:lnTo>
                  <a:pt x="231153" y="179488"/>
                </a:lnTo>
                <a:cubicBezTo>
                  <a:pt x="231799" y="183363"/>
                  <a:pt x="227726" y="186344"/>
                  <a:pt x="224248" y="184505"/>
                </a:cubicBezTo>
                <a:lnTo>
                  <a:pt x="192951" y="168062"/>
                </a:lnTo>
                <a:cubicBezTo>
                  <a:pt x="191560" y="167317"/>
                  <a:pt x="189920" y="167317"/>
                  <a:pt x="188529" y="168062"/>
                </a:cubicBezTo>
                <a:lnTo>
                  <a:pt x="157232" y="184505"/>
                </a:lnTo>
                <a:cubicBezTo>
                  <a:pt x="153755" y="186344"/>
                  <a:pt x="149631" y="183363"/>
                  <a:pt x="150327" y="179488"/>
                </a:cubicBezTo>
                <a:lnTo>
                  <a:pt x="156288" y="144663"/>
                </a:lnTo>
                <a:cubicBezTo>
                  <a:pt x="156537" y="143123"/>
                  <a:pt x="156040" y="141534"/>
                  <a:pt x="154897" y="140441"/>
                </a:cubicBezTo>
                <a:lnTo>
                  <a:pt x="129661" y="115800"/>
                </a:lnTo>
                <a:cubicBezTo>
                  <a:pt x="126829" y="113018"/>
                  <a:pt x="128369" y="108249"/>
                  <a:pt x="132294" y="107653"/>
                </a:cubicBezTo>
                <a:lnTo>
                  <a:pt x="167267" y="102586"/>
                </a:lnTo>
                <a:cubicBezTo>
                  <a:pt x="168807" y="102337"/>
                  <a:pt x="170148" y="101394"/>
                  <a:pt x="170844" y="99953"/>
                </a:cubicBezTo>
                <a:lnTo>
                  <a:pt x="186493" y="68258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4" name="Text 2"/>
          <p:cNvSpPr/>
          <p:nvPr/>
        </p:nvSpPr>
        <p:spPr>
          <a:xfrm>
            <a:off x="1017413" y="339138"/>
            <a:ext cx="6002737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kern="0" spc="107" dirty="0">
                <a:solidFill>
                  <a:srgbClr val="8B73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Kirish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7413" y="542620"/>
            <a:ext cx="6189263" cy="508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6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Bahauddin Naqshband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3051" y="1361850"/>
            <a:ext cx="5553380" cy="1509163"/>
          </a:xfrm>
          <a:custGeom>
            <a:avLst/>
            <a:gdLst/>
            <a:ahLst/>
            <a:cxnLst/>
            <a:rect l="l" t="t" r="r" b="b"/>
            <a:pathLst>
              <a:path w="5553380" h="1509163">
                <a:moveTo>
                  <a:pt x="67828" y="0"/>
                </a:moveTo>
                <a:lnTo>
                  <a:pt x="5417721" y="0"/>
                </a:lnTo>
                <a:cubicBezTo>
                  <a:pt x="5492643" y="0"/>
                  <a:pt x="5553380" y="60736"/>
                  <a:pt x="5553380" y="135659"/>
                </a:cubicBezTo>
                <a:lnTo>
                  <a:pt x="5553380" y="1373504"/>
                </a:lnTo>
                <a:cubicBezTo>
                  <a:pt x="5553380" y="1448426"/>
                  <a:pt x="5492643" y="1509163"/>
                  <a:pt x="5417721" y="1509163"/>
                </a:cubicBezTo>
                <a:lnTo>
                  <a:pt x="67828" y="1509163"/>
                </a:lnTo>
                <a:cubicBezTo>
                  <a:pt x="30367" y="1509163"/>
                  <a:pt x="0" y="1478795"/>
                  <a:pt x="0" y="1441335"/>
                </a:cubicBezTo>
                <a:lnTo>
                  <a:pt x="0" y="67828"/>
                </a:lnTo>
                <a:cubicBezTo>
                  <a:pt x="0" y="30367"/>
                  <a:pt x="30367" y="0"/>
                  <a:pt x="6782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11961" dist="16956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3051" y="1361850"/>
            <a:ext cx="67828" cy="1509163"/>
          </a:xfrm>
          <a:custGeom>
            <a:avLst/>
            <a:gdLst/>
            <a:ahLst/>
            <a:cxnLst/>
            <a:rect l="l" t="t" r="r" b="b"/>
            <a:pathLst>
              <a:path w="67828" h="1509163">
                <a:moveTo>
                  <a:pt x="67828" y="0"/>
                </a:moveTo>
                <a:lnTo>
                  <a:pt x="67828" y="0"/>
                </a:lnTo>
                <a:lnTo>
                  <a:pt x="67828" y="1509163"/>
                </a:lnTo>
                <a:lnTo>
                  <a:pt x="67828" y="1509163"/>
                </a:lnTo>
                <a:cubicBezTo>
                  <a:pt x="30367" y="1509163"/>
                  <a:pt x="0" y="1478795"/>
                  <a:pt x="0" y="1441335"/>
                </a:cubicBezTo>
                <a:lnTo>
                  <a:pt x="0" y="67828"/>
                </a:lnTo>
                <a:cubicBezTo>
                  <a:pt x="0" y="30367"/>
                  <a:pt x="30367" y="0"/>
                  <a:pt x="67828" y="0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8" name="Text 6"/>
          <p:cNvSpPr/>
          <p:nvPr/>
        </p:nvSpPr>
        <p:spPr>
          <a:xfrm>
            <a:off x="746103" y="1700987"/>
            <a:ext cx="4968367" cy="830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3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Bahauddin Naqshband</a:t>
            </a:r>
            <a:r>
              <a:rPr lang="en-US" sz="2003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islom olamida mashhur </a:t>
            </a:r>
            <a:r>
              <a:rPr lang="en-US" sz="2003" dirty="0">
                <a:solidFill>
                  <a:srgbClr val="8B7355"/>
                </a:solidFill>
                <a:highlight>
                  <a:srgbClr val="C9A962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tasavvuf allomasi </a:t>
            </a:r>
            <a:r>
              <a:rPr lang="en-US" sz="2003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hisoblanadi.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9138" y="3138083"/>
            <a:ext cx="5587293" cy="1916128"/>
          </a:xfrm>
          <a:custGeom>
            <a:avLst/>
            <a:gdLst/>
            <a:ahLst/>
            <a:cxnLst/>
            <a:rect l="l" t="t" r="r" b="b"/>
            <a:pathLst>
              <a:path w="5587293" h="1916128">
                <a:moveTo>
                  <a:pt x="135662" y="0"/>
                </a:moveTo>
                <a:lnTo>
                  <a:pt x="5451632" y="0"/>
                </a:lnTo>
                <a:cubicBezTo>
                  <a:pt x="5526556" y="0"/>
                  <a:pt x="5587293" y="60738"/>
                  <a:pt x="5587293" y="135662"/>
                </a:cubicBezTo>
                <a:lnTo>
                  <a:pt x="5587293" y="1780466"/>
                </a:lnTo>
                <a:cubicBezTo>
                  <a:pt x="5587293" y="1855390"/>
                  <a:pt x="5526556" y="1916128"/>
                  <a:pt x="5451632" y="1916128"/>
                </a:cubicBezTo>
                <a:lnTo>
                  <a:pt x="135662" y="1916128"/>
                </a:lnTo>
                <a:cubicBezTo>
                  <a:pt x="60738" y="1916128"/>
                  <a:pt x="0" y="1855390"/>
                  <a:pt x="0" y="1780466"/>
                </a:cubicBezTo>
                <a:lnTo>
                  <a:pt x="0" y="135662"/>
                </a:lnTo>
                <a:cubicBezTo>
                  <a:pt x="0" y="60738"/>
                  <a:pt x="60738" y="0"/>
                  <a:pt x="135662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8B7355"/>
              </a:gs>
            </a:gsLst>
            <a:lin ang="2700000" scaled="1"/>
          </a:gradFill>
          <a:ln/>
          <a:effectLst>
            <a:outerShdw blurRad="211961" dist="16956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8275" y="3477221"/>
            <a:ext cx="5036195" cy="1237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3" dirty="0">
                <a:solidFill>
                  <a:srgbClr val="F5F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 </a:t>
            </a:r>
            <a:r>
              <a:rPr lang="en-US" sz="2003" b="1" dirty="0">
                <a:solidFill>
                  <a:srgbClr val="C9A9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Naqshbandiya tariqatining asoschisi</a:t>
            </a:r>
            <a:r>
              <a:rPr lang="en-US" sz="2003" dirty="0">
                <a:solidFill>
                  <a:srgbClr val="F5F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bo'lib, ruhiy tarbiya va poklikni targ'ib qilgan.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44485" y="5463296"/>
            <a:ext cx="678275" cy="678275"/>
          </a:xfrm>
          <a:custGeom>
            <a:avLst/>
            <a:gdLst/>
            <a:ahLst/>
            <a:cxnLst/>
            <a:rect l="l" t="t" r="r" b="b"/>
            <a:pathLst>
              <a:path w="678275" h="678275">
                <a:moveTo>
                  <a:pt x="339138" y="0"/>
                </a:moveTo>
                <a:lnTo>
                  <a:pt x="339138" y="0"/>
                </a:lnTo>
                <a:cubicBezTo>
                  <a:pt x="526313" y="0"/>
                  <a:pt x="678275" y="151963"/>
                  <a:pt x="678275" y="339138"/>
                </a:cubicBezTo>
                <a:lnTo>
                  <a:pt x="678275" y="339138"/>
                </a:lnTo>
                <a:cubicBezTo>
                  <a:pt x="678275" y="526313"/>
                  <a:pt x="526313" y="678275"/>
                  <a:pt x="339138" y="678275"/>
                </a:cubicBezTo>
                <a:lnTo>
                  <a:pt x="339138" y="678275"/>
                </a:lnTo>
                <a:cubicBezTo>
                  <a:pt x="151963" y="678275"/>
                  <a:pt x="0" y="526313"/>
                  <a:pt x="0" y="339138"/>
                </a:cubicBezTo>
                <a:lnTo>
                  <a:pt x="0" y="339138"/>
                </a:lnTo>
                <a:cubicBezTo>
                  <a:pt x="0" y="151963"/>
                  <a:pt x="151963" y="0"/>
                  <a:pt x="339138" y="0"/>
                </a:cubicBezTo>
                <a:close/>
              </a:path>
            </a:pathLst>
          </a:custGeom>
          <a:solidFill>
            <a:srgbClr val="C9A962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31011" y="5649822"/>
            <a:ext cx="305224" cy="305224"/>
          </a:xfrm>
          <a:custGeom>
            <a:avLst/>
            <a:gdLst/>
            <a:ahLst/>
            <a:cxnLst/>
            <a:rect l="l" t="t" r="r" b="b"/>
            <a:pathLst>
              <a:path w="305224" h="305224">
                <a:moveTo>
                  <a:pt x="152612" y="84235"/>
                </a:moveTo>
                <a:lnTo>
                  <a:pt x="152612" y="268621"/>
                </a:lnTo>
                <a:lnTo>
                  <a:pt x="152910" y="268502"/>
                </a:lnTo>
                <a:cubicBezTo>
                  <a:pt x="185459" y="254969"/>
                  <a:pt x="220393" y="247994"/>
                  <a:pt x="255625" y="247994"/>
                </a:cubicBezTo>
                <a:lnTo>
                  <a:pt x="267071" y="247994"/>
                </a:lnTo>
                <a:lnTo>
                  <a:pt x="267071" y="57229"/>
                </a:lnTo>
                <a:lnTo>
                  <a:pt x="255625" y="57229"/>
                </a:lnTo>
                <a:cubicBezTo>
                  <a:pt x="230468" y="57229"/>
                  <a:pt x="205490" y="62237"/>
                  <a:pt x="182240" y="71895"/>
                </a:cubicBezTo>
                <a:cubicBezTo>
                  <a:pt x="172225" y="76068"/>
                  <a:pt x="162329" y="80181"/>
                  <a:pt x="152612" y="84235"/>
                </a:cubicBezTo>
                <a:close/>
                <a:moveTo>
                  <a:pt x="137649" y="36663"/>
                </a:moveTo>
                <a:lnTo>
                  <a:pt x="152612" y="42922"/>
                </a:lnTo>
                <a:lnTo>
                  <a:pt x="167575" y="36663"/>
                </a:lnTo>
                <a:cubicBezTo>
                  <a:pt x="195474" y="25038"/>
                  <a:pt x="225401" y="19076"/>
                  <a:pt x="255625" y="19076"/>
                </a:cubicBezTo>
                <a:lnTo>
                  <a:pt x="276609" y="19076"/>
                </a:lnTo>
                <a:cubicBezTo>
                  <a:pt x="292407" y="19076"/>
                  <a:pt x="305224" y="31894"/>
                  <a:pt x="305224" y="47691"/>
                </a:cubicBezTo>
                <a:lnTo>
                  <a:pt x="305224" y="257533"/>
                </a:lnTo>
                <a:cubicBezTo>
                  <a:pt x="305224" y="273330"/>
                  <a:pt x="292407" y="286147"/>
                  <a:pt x="276609" y="286147"/>
                </a:cubicBezTo>
                <a:lnTo>
                  <a:pt x="255625" y="286147"/>
                </a:lnTo>
                <a:cubicBezTo>
                  <a:pt x="225401" y="286147"/>
                  <a:pt x="195474" y="292109"/>
                  <a:pt x="167575" y="303734"/>
                </a:cubicBezTo>
                <a:lnTo>
                  <a:pt x="159944" y="306893"/>
                </a:lnTo>
                <a:cubicBezTo>
                  <a:pt x="155235" y="308860"/>
                  <a:pt x="149989" y="308860"/>
                  <a:pt x="145279" y="306893"/>
                </a:cubicBezTo>
                <a:lnTo>
                  <a:pt x="137649" y="303734"/>
                </a:lnTo>
                <a:cubicBezTo>
                  <a:pt x="109749" y="292109"/>
                  <a:pt x="79823" y="286147"/>
                  <a:pt x="49599" y="286147"/>
                </a:cubicBezTo>
                <a:lnTo>
                  <a:pt x="28615" y="286147"/>
                </a:lnTo>
                <a:cubicBezTo>
                  <a:pt x="12817" y="286147"/>
                  <a:pt x="0" y="273330"/>
                  <a:pt x="0" y="257533"/>
                </a:cubicBezTo>
                <a:lnTo>
                  <a:pt x="0" y="47691"/>
                </a:lnTo>
                <a:cubicBezTo>
                  <a:pt x="0" y="31894"/>
                  <a:pt x="12817" y="19076"/>
                  <a:pt x="28615" y="19076"/>
                </a:cubicBezTo>
                <a:lnTo>
                  <a:pt x="49599" y="19076"/>
                </a:lnTo>
                <a:cubicBezTo>
                  <a:pt x="79823" y="19076"/>
                  <a:pt x="109749" y="25038"/>
                  <a:pt x="137649" y="36663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13" name="Text 11"/>
          <p:cNvSpPr/>
          <p:nvPr/>
        </p:nvSpPr>
        <p:spPr>
          <a:xfrm>
            <a:off x="1806332" y="6243313"/>
            <a:ext cx="754581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Ilm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94071" y="5463296"/>
            <a:ext cx="678275" cy="678275"/>
          </a:xfrm>
          <a:custGeom>
            <a:avLst/>
            <a:gdLst/>
            <a:ahLst/>
            <a:cxnLst/>
            <a:rect l="l" t="t" r="r" b="b"/>
            <a:pathLst>
              <a:path w="678275" h="678275">
                <a:moveTo>
                  <a:pt x="339138" y="0"/>
                </a:moveTo>
                <a:lnTo>
                  <a:pt x="339138" y="0"/>
                </a:lnTo>
                <a:cubicBezTo>
                  <a:pt x="526313" y="0"/>
                  <a:pt x="678275" y="151963"/>
                  <a:pt x="678275" y="339138"/>
                </a:cubicBezTo>
                <a:lnTo>
                  <a:pt x="678275" y="339138"/>
                </a:lnTo>
                <a:cubicBezTo>
                  <a:pt x="678275" y="526313"/>
                  <a:pt x="526313" y="678275"/>
                  <a:pt x="339138" y="678275"/>
                </a:cubicBezTo>
                <a:lnTo>
                  <a:pt x="339138" y="678275"/>
                </a:lnTo>
                <a:cubicBezTo>
                  <a:pt x="151963" y="678275"/>
                  <a:pt x="0" y="526313"/>
                  <a:pt x="0" y="339138"/>
                </a:cubicBezTo>
                <a:lnTo>
                  <a:pt x="0" y="339138"/>
                </a:lnTo>
                <a:cubicBezTo>
                  <a:pt x="0" y="151963"/>
                  <a:pt x="151963" y="0"/>
                  <a:pt x="339138" y="0"/>
                </a:cubicBezTo>
                <a:close/>
              </a:path>
            </a:pathLst>
          </a:custGeom>
          <a:solidFill>
            <a:srgbClr val="C9A962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42444" y="5649822"/>
            <a:ext cx="381530" cy="305224"/>
          </a:xfrm>
          <a:custGeom>
            <a:avLst/>
            <a:gdLst/>
            <a:ahLst/>
            <a:cxnLst/>
            <a:rect l="l" t="t" r="r" b="b"/>
            <a:pathLst>
              <a:path w="381530" h="305224">
                <a:moveTo>
                  <a:pt x="133535" y="176458"/>
                </a:moveTo>
                <a:cubicBezTo>
                  <a:pt x="133535" y="184386"/>
                  <a:pt x="127157" y="190765"/>
                  <a:pt x="119228" y="190765"/>
                </a:cubicBezTo>
                <a:cubicBezTo>
                  <a:pt x="111299" y="190765"/>
                  <a:pt x="104921" y="184386"/>
                  <a:pt x="104921" y="176458"/>
                </a:cubicBezTo>
                <a:lnTo>
                  <a:pt x="104921" y="109332"/>
                </a:lnTo>
                <a:lnTo>
                  <a:pt x="157500" y="37974"/>
                </a:lnTo>
                <a:cubicBezTo>
                  <a:pt x="165310" y="27363"/>
                  <a:pt x="163044" y="12459"/>
                  <a:pt x="152433" y="4650"/>
                </a:cubicBezTo>
                <a:cubicBezTo>
                  <a:pt x="141822" y="-3160"/>
                  <a:pt x="126918" y="-894"/>
                  <a:pt x="119109" y="9717"/>
                </a:cubicBezTo>
                <a:lnTo>
                  <a:pt x="63489" y="85188"/>
                </a:lnTo>
                <a:cubicBezTo>
                  <a:pt x="53235" y="99079"/>
                  <a:pt x="47691" y="115949"/>
                  <a:pt x="47691" y="133297"/>
                </a:cubicBezTo>
                <a:lnTo>
                  <a:pt x="47691" y="199290"/>
                </a:lnTo>
                <a:lnTo>
                  <a:pt x="13055" y="210855"/>
                </a:lnTo>
                <a:cubicBezTo>
                  <a:pt x="5246" y="213418"/>
                  <a:pt x="0" y="220691"/>
                  <a:pt x="0" y="228918"/>
                </a:cubicBezTo>
                <a:lnTo>
                  <a:pt x="0" y="286147"/>
                </a:lnTo>
                <a:cubicBezTo>
                  <a:pt x="0" y="292109"/>
                  <a:pt x="2802" y="297772"/>
                  <a:pt x="7571" y="301349"/>
                </a:cubicBezTo>
                <a:cubicBezTo>
                  <a:pt x="12340" y="304926"/>
                  <a:pt x="18540" y="306118"/>
                  <a:pt x="24323" y="304449"/>
                </a:cubicBezTo>
                <a:lnTo>
                  <a:pt x="116367" y="278159"/>
                </a:lnTo>
                <a:cubicBezTo>
                  <a:pt x="149154" y="268800"/>
                  <a:pt x="171688" y="238873"/>
                  <a:pt x="171688" y="204774"/>
                </a:cubicBezTo>
                <a:lnTo>
                  <a:pt x="171688" y="133535"/>
                </a:lnTo>
                <a:cubicBezTo>
                  <a:pt x="171688" y="122984"/>
                  <a:pt x="163164" y="114459"/>
                  <a:pt x="152612" y="114459"/>
                </a:cubicBezTo>
                <a:cubicBezTo>
                  <a:pt x="142060" y="114459"/>
                  <a:pt x="133535" y="122984"/>
                  <a:pt x="133535" y="133535"/>
                </a:cubicBezTo>
                <a:lnTo>
                  <a:pt x="133535" y="176458"/>
                </a:lnTo>
                <a:close/>
                <a:moveTo>
                  <a:pt x="247994" y="176458"/>
                </a:moveTo>
                <a:lnTo>
                  <a:pt x="247994" y="133535"/>
                </a:lnTo>
                <a:cubicBezTo>
                  <a:pt x="247994" y="122984"/>
                  <a:pt x="239470" y="114459"/>
                  <a:pt x="228918" y="114459"/>
                </a:cubicBezTo>
                <a:cubicBezTo>
                  <a:pt x="218366" y="114459"/>
                  <a:pt x="209841" y="122984"/>
                  <a:pt x="209841" y="133535"/>
                </a:cubicBezTo>
                <a:lnTo>
                  <a:pt x="209841" y="204834"/>
                </a:lnTo>
                <a:cubicBezTo>
                  <a:pt x="209841" y="238933"/>
                  <a:pt x="232435" y="268859"/>
                  <a:pt x="265163" y="278219"/>
                </a:cubicBezTo>
                <a:lnTo>
                  <a:pt x="357207" y="304509"/>
                </a:lnTo>
                <a:cubicBezTo>
                  <a:pt x="362990" y="306178"/>
                  <a:pt x="369130" y="304985"/>
                  <a:pt x="373959" y="301409"/>
                </a:cubicBezTo>
                <a:cubicBezTo>
                  <a:pt x="378788" y="297832"/>
                  <a:pt x="381530" y="292109"/>
                  <a:pt x="381530" y="286147"/>
                </a:cubicBezTo>
                <a:lnTo>
                  <a:pt x="381530" y="228918"/>
                </a:lnTo>
                <a:cubicBezTo>
                  <a:pt x="381530" y="220691"/>
                  <a:pt x="376284" y="213418"/>
                  <a:pt x="368474" y="210795"/>
                </a:cubicBezTo>
                <a:lnTo>
                  <a:pt x="333839" y="199230"/>
                </a:lnTo>
                <a:lnTo>
                  <a:pt x="333839" y="133237"/>
                </a:lnTo>
                <a:cubicBezTo>
                  <a:pt x="333839" y="115949"/>
                  <a:pt x="328295" y="99079"/>
                  <a:pt x="318041" y="85129"/>
                </a:cubicBezTo>
                <a:lnTo>
                  <a:pt x="262421" y="9717"/>
                </a:lnTo>
                <a:cubicBezTo>
                  <a:pt x="254612" y="-894"/>
                  <a:pt x="239708" y="-3160"/>
                  <a:pt x="229097" y="4650"/>
                </a:cubicBezTo>
                <a:cubicBezTo>
                  <a:pt x="218485" y="12459"/>
                  <a:pt x="216220" y="27363"/>
                  <a:pt x="224030" y="37974"/>
                </a:cubicBezTo>
                <a:lnTo>
                  <a:pt x="276609" y="109332"/>
                </a:lnTo>
                <a:lnTo>
                  <a:pt x="276609" y="176458"/>
                </a:lnTo>
                <a:cubicBezTo>
                  <a:pt x="276609" y="184386"/>
                  <a:pt x="270230" y="190765"/>
                  <a:pt x="262302" y="190765"/>
                </a:cubicBezTo>
                <a:cubicBezTo>
                  <a:pt x="254373" y="190765"/>
                  <a:pt x="247994" y="184386"/>
                  <a:pt x="247994" y="176458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16" name="Text 14"/>
          <p:cNvSpPr/>
          <p:nvPr/>
        </p:nvSpPr>
        <p:spPr>
          <a:xfrm>
            <a:off x="2755918" y="6243313"/>
            <a:ext cx="754581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Tasavvuf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43656" y="5463296"/>
            <a:ext cx="678275" cy="678275"/>
          </a:xfrm>
          <a:custGeom>
            <a:avLst/>
            <a:gdLst/>
            <a:ahLst/>
            <a:cxnLst/>
            <a:rect l="l" t="t" r="r" b="b"/>
            <a:pathLst>
              <a:path w="678275" h="678275">
                <a:moveTo>
                  <a:pt x="339138" y="0"/>
                </a:moveTo>
                <a:lnTo>
                  <a:pt x="339138" y="0"/>
                </a:lnTo>
                <a:cubicBezTo>
                  <a:pt x="526313" y="0"/>
                  <a:pt x="678275" y="151963"/>
                  <a:pt x="678275" y="339138"/>
                </a:cubicBezTo>
                <a:lnTo>
                  <a:pt x="678275" y="339138"/>
                </a:lnTo>
                <a:cubicBezTo>
                  <a:pt x="678275" y="526313"/>
                  <a:pt x="526313" y="678275"/>
                  <a:pt x="339138" y="678275"/>
                </a:cubicBezTo>
                <a:lnTo>
                  <a:pt x="339138" y="678275"/>
                </a:lnTo>
                <a:cubicBezTo>
                  <a:pt x="151963" y="678275"/>
                  <a:pt x="0" y="526313"/>
                  <a:pt x="0" y="339138"/>
                </a:cubicBezTo>
                <a:lnTo>
                  <a:pt x="0" y="339138"/>
                </a:lnTo>
                <a:cubicBezTo>
                  <a:pt x="0" y="151963"/>
                  <a:pt x="151963" y="0"/>
                  <a:pt x="339138" y="0"/>
                </a:cubicBezTo>
                <a:close/>
              </a:path>
            </a:pathLst>
          </a:custGeom>
          <a:solidFill>
            <a:srgbClr val="C9A962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930182" y="5649822"/>
            <a:ext cx="305224" cy="305224"/>
          </a:xfrm>
          <a:custGeom>
            <a:avLst/>
            <a:gdLst/>
            <a:ahLst/>
            <a:cxnLst/>
            <a:rect l="l" t="t" r="r" b="b"/>
            <a:pathLst>
              <a:path w="305224" h="305224">
                <a:moveTo>
                  <a:pt x="143670" y="51924"/>
                </a:moveTo>
                <a:lnTo>
                  <a:pt x="152612" y="64264"/>
                </a:lnTo>
                <a:lnTo>
                  <a:pt x="161554" y="51924"/>
                </a:lnTo>
                <a:cubicBezTo>
                  <a:pt x="176458" y="31297"/>
                  <a:pt x="200422" y="19076"/>
                  <a:pt x="225878" y="19076"/>
                </a:cubicBezTo>
                <a:cubicBezTo>
                  <a:pt x="269694" y="19076"/>
                  <a:pt x="305224" y="54606"/>
                  <a:pt x="305224" y="98423"/>
                </a:cubicBezTo>
                <a:lnTo>
                  <a:pt x="305224" y="99973"/>
                </a:lnTo>
                <a:cubicBezTo>
                  <a:pt x="305224" y="166860"/>
                  <a:pt x="221824" y="244537"/>
                  <a:pt x="178306" y="277742"/>
                </a:cubicBezTo>
                <a:cubicBezTo>
                  <a:pt x="170913" y="283346"/>
                  <a:pt x="161852" y="286147"/>
                  <a:pt x="152612" y="286147"/>
                </a:cubicBezTo>
                <a:cubicBezTo>
                  <a:pt x="143372" y="286147"/>
                  <a:pt x="134251" y="283405"/>
                  <a:pt x="126918" y="277742"/>
                </a:cubicBezTo>
                <a:cubicBezTo>
                  <a:pt x="83400" y="244537"/>
                  <a:pt x="0" y="166860"/>
                  <a:pt x="0" y="99973"/>
                </a:cubicBezTo>
                <a:lnTo>
                  <a:pt x="0" y="98423"/>
                </a:lnTo>
                <a:cubicBezTo>
                  <a:pt x="0" y="54606"/>
                  <a:pt x="35530" y="19076"/>
                  <a:pt x="79346" y="19076"/>
                </a:cubicBezTo>
                <a:cubicBezTo>
                  <a:pt x="104801" y="19076"/>
                  <a:pt x="128766" y="31297"/>
                  <a:pt x="143670" y="51924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19" name="Text 17"/>
          <p:cNvSpPr/>
          <p:nvPr/>
        </p:nvSpPr>
        <p:spPr>
          <a:xfrm>
            <a:off x="3705503" y="6243313"/>
            <a:ext cx="754581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Poklik</a:t>
            </a:r>
            <a:endParaRPr lang="en-US" sz="1600" dirty="0"/>
          </a:p>
        </p:txBody>
      </p:sp>
      <p:pic>
        <p:nvPicPr>
          <p:cNvPr id="20" name="Image 0" descr="https://kimi-web-img.moonshot.cn/img/c8.alamy.com/c5fe565b1279da30c74517d558cd7f5694011342.jpg"/>
          <p:cNvPicPr>
            <a:picLocks noChangeAspect="1"/>
          </p:cNvPicPr>
          <p:nvPr/>
        </p:nvPicPr>
        <p:blipFill>
          <a:blip r:embed="rId3"/>
          <a:srcRect l="10472" r="10472"/>
          <a:stretch/>
        </p:blipFill>
        <p:spPr>
          <a:xfrm>
            <a:off x="6266417" y="1322637"/>
            <a:ext cx="5587293" cy="5197285"/>
          </a:xfrm>
          <a:prstGeom prst="roundRect">
            <a:avLst>
              <a:gd name="adj" fmla="val 2610"/>
            </a:avLst>
          </a:prstGeom>
        </p:spPr>
      </p:pic>
      <p:sp>
        <p:nvSpPr>
          <p:cNvPr id="21" name="Shape 18"/>
          <p:cNvSpPr/>
          <p:nvPr/>
        </p:nvSpPr>
        <p:spPr>
          <a:xfrm>
            <a:off x="6266417" y="1322637"/>
            <a:ext cx="5587293" cy="5197285"/>
          </a:xfrm>
          <a:custGeom>
            <a:avLst/>
            <a:gdLst/>
            <a:ahLst/>
            <a:cxnLst/>
            <a:rect l="l" t="t" r="r" b="b"/>
            <a:pathLst>
              <a:path w="5587293" h="5197285">
                <a:moveTo>
                  <a:pt x="0" y="0"/>
                </a:moveTo>
                <a:lnTo>
                  <a:pt x="5587293" y="0"/>
                </a:lnTo>
                <a:lnTo>
                  <a:pt x="5587293" y="5197285"/>
                </a:lnTo>
                <a:lnTo>
                  <a:pt x="0" y="519728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22" name="Text 19"/>
          <p:cNvSpPr/>
          <p:nvPr/>
        </p:nvSpPr>
        <p:spPr>
          <a:xfrm>
            <a:off x="6537727" y="5701752"/>
            <a:ext cx="5129458" cy="279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F5F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"Dil ba yoru, dast ba kor"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37727" y="6045129"/>
            <a:ext cx="5112501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dirty="0">
                <a:solidFill>
                  <a:srgbClr val="C9A9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Ko'ngil Allohda, qo'l mehnatda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" name="Shape 1"/>
          <p:cNvSpPr/>
          <p:nvPr/>
        </p:nvSpPr>
        <p:spPr>
          <a:xfrm>
            <a:off x="581025" y="5810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105259"/>
                </a:moveTo>
                <a:cubicBezTo>
                  <a:pt x="0" y="47104"/>
                  <a:pt x="47997" y="0"/>
                  <a:pt x="107156" y="0"/>
                </a:cubicBezTo>
                <a:cubicBezTo>
                  <a:pt x="166315" y="0"/>
                  <a:pt x="214313" y="47104"/>
                  <a:pt x="214313" y="105259"/>
                </a:cubicBezTo>
                <a:cubicBezTo>
                  <a:pt x="214313" y="171841"/>
                  <a:pt x="147228" y="251650"/>
                  <a:pt x="119211" y="282067"/>
                </a:cubicBezTo>
                <a:cubicBezTo>
                  <a:pt x="112626" y="289210"/>
                  <a:pt x="101631" y="289210"/>
                  <a:pt x="95045" y="282067"/>
                </a:cubicBezTo>
                <a:cubicBezTo>
                  <a:pt x="67028" y="251650"/>
                  <a:pt x="-56" y="171841"/>
                  <a:pt x="-56" y="105259"/>
                </a:cubicBezTo>
                <a:close/>
                <a:moveTo>
                  <a:pt x="107156" y="142875"/>
                </a:moveTo>
                <a:cubicBezTo>
                  <a:pt x="126870" y="142875"/>
                  <a:pt x="142875" y="126870"/>
                  <a:pt x="142875" y="107156"/>
                </a:cubicBezTo>
                <a:cubicBezTo>
                  <a:pt x="142875" y="87443"/>
                  <a:pt x="126870" y="71438"/>
                  <a:pt x="107156" y="71438"/>
                </a:cubicBezTo>
                <a:cubicBezTo>
                  <a:pt x="87443" y="71438"/>
                  <a:pt x="71438" y="87443"/>
                  <a:pt x="71438" y="107156"/>
                </a:cubicBezTo>
                <a:cubicBezTo>
                  <a:pt x="71438" y="126870"/>
                  <a:pt x="87443" y="142875"/>
                  <a:pt x="107156" y="142875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81000"/>
            <a:ext cx="4010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8B73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Tug'ilgan Joyi va Davri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609600"/>
            <a:ext cx="4162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1318-yil - Buxoro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14450"/>
            <a:ext cx="6762750" cy="1162050"/>
          </a:xfrm>
          <a:custGeom>
            <a:avLst/>
            <a:gdLst/>
            <a:ahLst/>
            <a:cxnLst/>
            <a:rect l="l" t="t" r="r" b="b"/>
            <a:pathLst>
              <a:path w="6762750" h="1162050">
                <a:moveTo>
                  <a:pt x="38100" y="0"/>
                </a:moveTo>
                <a:lnTo>
                  <a:pt x="6724650" y="0"/>
                </a:lnTo>
                <a:cubicBezTo>
                  <a:pt x="6745678" y="0"/>
                  <a:pt x="6762750" y="17072"/>
                  <a:pt x="6762750" y="38100"/>
                </a:cubicBezTo>
                <a:lnTo>
                  <a:pt x="6762750" y="1009647"/>
                </a:lnTo>
                <a:cubicBezTo>
                  <a:pt x="6762750" y="1093761"/>
                  <a:pt x="6694461" y="1162050"/>
                  <a:pt x="6610347" y="1162050"/>
                </a:cubicBezTo>
                <a:lnTo>
                  <a:pt x="152403" y="1162050"/>
                </a:lnTo>
                <a:cubicBezTo>
                  <a:pt x="68289" y="1162050"/>
                  <a:pt x="0" y="1093761"/>
                  <a:pt x="0" y="10096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1000" y="1314450"/>
            <a:ext cx="6762750" cy="38100"/>
          </a:xfrm>
          <a:custGeom>
            <a:avLst/>
            <a:gdLst/>
            <a:ahLst/>
            <a:cxnLst/>
            <a:rect l="l" t="t" r="r" b="b"/>
            <a:pathLst>
              <a:path w="6762750" h="38100">
                <a:moveTo>
                  <a:pt x="38100" y="0"/>
                </a:moveTo>
                <a:lnTo>
                  <a:pt x="6724650" y="0"/>
                </a:lnTo>
                <a:cubicBezTo>
                  <a:pt x="6745678" y="0"/>
                  <a:pt x="6762750" y="17072"/>
                  <a:pt x="6762750" y="38100"/>
                </a:cubicBezTo>
                <a:lnTo>
                  <a:pt x="6762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562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9" name="Shape 7"/>
          <p:cNvSpPr/>
          <p:nvPr/>
        </p:nvSpPr>
        <p:spPr>
          <a:xfrm>
            <a:off x="776288" y="1714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1562100"/>
            <a:ext cx="3971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Tug'ilgan Sanasi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5400" y="1942981"/>
            <a:ext cx="39528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8B73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1318-yilda</a:t>
            </a:r>
            <a:r>
              <a:rPr lang="en-US" sz="150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tug'ilgan - XIV asrning boshlarida.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3007639"/>
            <a:ext cx="6762750" cy="1162050"/>
          </a:xfrm>
          <a:custGeom>
            <a:avLst/>
            <a:gdLst/>
            <a:ahLst/>
            <a:cxnLst/>
            <a:rect l="l" t="t" r="r" b="b"/>
            <a:pathLst>
              <a:path w="6762750" h="1162050">
                <a:moveTo>
                  <a:pt x="38100" y="0"/>
                </a:moveTo>
                <a:lnTo>
                  <a:pt x="6724650" y="0"/>
                </a:lnTo>
                <a:cubicBezTo>
                  <a:pt x="6745678" y="0"/>
                  <a:pt x="6762750" y="17072"/>
                  <a:pt x="6762750" y="38100"/>
                </a:cubicBezTo>
                <a:lnTo>
                  <a:pt x="6762750" y="1009647"/>
                </a:lnTo>
                <a:cubicBezTo>
                  <a:pt x="6762750" y="1093761"/>
                  <a:pt x="6694461" y="1162050"/>
                  <a:pt x="6610347" y="1162050"/>
                </a:cubicBezTo>
                <a:lnTo>
                  <a:pt x="152403" y="1162050"/>
                </a:lnTo>
                <a:cubicBezTo>
                  <a:pt x="68289" y="1162050"/>
                  <a:pt x="0" y="1093761"/>
                  <a:pt x="0" y="10096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1000" y="3007639"/>
            <a:ext cx="6762750" cy="38100"/>
          </a:xfrm>
          <a:custGeom>
            <a:avLst/>
            <a:gdLst/>
            <a:ahLst/>
            <a:cxnLst/>
            <a:rect l="l" t="t" r="r" b="b"/>
            <a:pathLst>
              <a:path w="6762750" h="38100">
                <a:moveTo>
                  <a:pt x="38100" y="0"/>
                </a:moveTo>
                <a:lnTo>
                  <a:pt x="6724650" y="0"/>
                </a:lnTo>
                <a:cubicBezTo>
                  <a:pt x="6745678" y="0"/>
                  <a:pt x="6762750" y="17072"/>
                  <a:pt x="6762750" y="38100"/>
                </a:cubicBezTo>
                <a:lnTo>
                  <a:pt x="6762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" y="325528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340768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4033" y="3840"/>
                </a:moveTo>
                <a:cubicBezTo>
                  <a:pt x="118542" y="-1250"/>
                  <a:pt x="110058" y="-1250"/>
                  <a:pt x="104611" y="3840"/>
                </a:cubicBezTo>
                <a:lnTo>
                  <a:pt x="4599" y="96709"/>
                </a:lnTo>
                <a:cubicBezTo>
                  <a:pt x="313" y="100727"/>
                  <a:pt x="-1116" y="106933"/>
                  <a:pt x="1027" y="112380"/>
                </a:cubicBezTo>
                <a:cubicBezTo>
                  <a:pt x="3170" y="117827"/>
                  <a:pt x="8394" y="121444"/>
                  <a:pt x="14288" y="121444"/>
                </a:cubicBezTo>
                <a:lnTo>
                  <a:pt x="21431" y="121444"/>
                </a:lnTo>
                <a:lnTo>
                  <a:pt x="21431" y="200025"/>
                </a:lnTo>
                <a:cubicBezTo>
                  <a:pt x="21431" y="215786"/>
                  <a:pt x="34245" y="228600"/>
                  <a:pt x="50006" y="228600"/>
                </a:cubicBezTo>
                <a:lnTo>
                  <a:pt x="178594" y="228600"/>
                </a:lnTo>
                <a:cubicBezTo>
                  <a:pt x="194355" y="228600"/>
                  <a:pt x="207169" y="215786"/>
                  <a:pt x="207169" y="200025"/>
                </a:cubicBezTo>
                <a:lnTo>
                  <a:pt x="207169" y="121444"/>
                </a:lnTo>
                <a:lnTo>
                  <a:pt x="214313" y="121444"/>
                </a:lnTo>
                <a:cubicBezTo>
                  <a:pt x="220206" y="121444"/>
                  <a:pt x="225475" y="117827"/>
                  <a:pt x="227618" y="112380"/>
                </a:cubicBezTo>
                <a:cubicBezTo>
                  <a:pt x="229761" y="106933"/>
                  <a:pt x="228332" y="100682"/>
                  <a:pt x="224046" y="96709"/>
                </a:cubicBezTo>
                <a:lnTo>
                  <a:pt x="124033" y="3840"/>
                </a:lnTo>
                <a:close/>
                <a:moveTo>
                  <a:pt x="107156" y="142875"/>
                </a:moveTo>
                <a:lnTo>
                  <a:pt x="121444" y="142875"/>
                </a:lnTo>
                <a:cubicBezTo>
                  <a:pt x="133276" y="142875"/>
                  <a:pt x="142875" y="152474"/>
                  <a:pt x="142875" y="164306"/>
                </a:cubicBezTo>
                <a:lnTo>
                  <a:pt x="142875" y="207169"/>
                </a:lnTo>
                <a:lnTo>
                  <a:pt x="85725" y="207169"/>
                </a:lnTo>
                <a:lnTo>
                  <a:pt x="85725" y="164306"/>
                </a:lnTo>
                <a:cubicBezTo>
                  <a:pt x="85725" y="152474"/>
                  <a:pt x="95324" y="142875"/>
                  <a:pt x="10715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3255289"/>
            <a:ext cx="4905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Tug'ilgan Joyi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5400" y="3636169"/>
            <a:ext cx="4886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Buxoro yaqinidagi </a:t>
            </a:r>
            <a:r>
              <a:rPr lang="en-US" sz="1500" dirty="0">
                <a:solidFill>
                  <a:srgbClr val="8B7355"/>
                </a:solidFill>
                <a:highlight>
                  <a:srgbClr val="C9A962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Qasri Hinduvon </a:t>
            </a:r>
            <a:r>
              <a:rPr lang="en-US" sz="150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qishlog'ida tug'ilgan.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681656"/>
            <a:ext cx="6762750" cy="1143000"/>
          </a:xfrm>
          <a:custGeom>
            <a:avLst/>
            <a:gdLst/>
            <a:ahLst/>
            <a:cxnLst/>
            <a:rect l="l" t="t" r="r" b="b"/>
            <a:pathLst>
              <a:path w="6762750" h="1143000">
                <a:moveTo>
                  <a:pt x="152396" y="0"/>
                </a:moveTo>
                <a:lnTo>
                  <a:pt x="6610354" y="0"/>
                </a:lnTo>
                <a:cubicBezTo>
                  <a:pt x="6694520" y="0"/>
                  <a:pt x="6762750" y="68230"/>
                  <a:pt x="6762750" y="152396"/>
                </a:cubicBezTo>
                <a:lnTo>
                  <a:pt x="6762750" y="990604"/>
                </a:lnTo>
                <a:cubicBezTo>
                  <a:pt x="6762750" y="1074770"/>
                  <a:pt x="6694520" y="1143000"/>
                  <a:pt x="661035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8B7355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9600" y="491025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9A962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50626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6576" y="2277"/>
                </a:moveTo>
                <a:cubicBezTo>
                  <a:pt x="111264" y="-759"/>
                  <a:pt x="117336" y="-759"/>
                  <a:pt x="122024" y="2277"/>
                </a:cubicBezTo>
                <a:lnTo>
                  <a:pt x="222037" y="66571"/>
                </a:lnTo>
                <a:cubicBezTo>
                  <a:pt x="227350" y="70009"/>
                  <a:pt x="229806" y="76527"/>
                  <a:pt x="228020" y="82600"/>
                </a:cubicBezTo>
                <a:cubicBezTo>
                  <a:pt x="226234" y="88672"/>
                  <a:pt x="220653" y="92869"/>
                  <a:pt x="214313" y="92869"/>
                </a:cubicBezTo>
                <a:lnTo>
                  <a:pt x="200025" y="92869"/>
                </a:lnTo>
                <a:lnTo>
                  <a:pt x="200025" y="185738"/>
                </a:lnTo>
                <a:lnTo>
                  <a:pt x="222885" y="202883"/>
                </a:lnTo>
                <a:cubicBezTo>
                  <a:pt x="226502" y="205561"/>
                  <a:pt x="228600" y="209803"/>
                  <a:pt x="228600" y="214313"/>
                </a:cubicBezTo>
                <a:cubicBezTo>
                  <a:pt x="228600" y="222215"/>
                  <a:pt x="222215" y="228600"/>
                  <a:pt x="214313" y="228600"/>
                </a:cubicBezTo>
                <a:lnTo>
                  <a:pt x="14288" y="228600"/>
                </a:lnTo>
                <a:cubicBezTo>
                  <a:pt x="6385" y="228600"/>
                  <a:pt x="0" y="222215"/>
                  <a:pt x="0" y="214313"/>
                </a:cubicBezTo>
                <a:cubicBezTo>
                  <a:pt x="0" y="209803"/>
                  <a:pt x="2098" y="205561"/>
                  <a:pt x="5715" y="202883"/>
                </a:cubicBezTo>
                <a:lnTo>
                  <a:pt x="28575" y="185738"/>
                </a:lnTo>
                <a:lnTo>
                  <a:pt x="28575" y="185738"/>
                </a:lnTo>
                <a:lnTo>
                  <a:pt x="28575" y="92869"/>
                </a:lnTo>
                <a:lnTo>
                  <a:pt x="14288" y="92869"/>
                </a:lnTo>
                <a:cubicBezTo>
                  <a:pt x="7947" y="92869"/>
                  <a:pt x="2366" y="88672"/>
                  <a:pt x="580" y="82600"/>
                </a:cubicBezTo>
                <a:cubicBezTo>
                  <a:pt x="-1206" y="76527"/>
                  <a:pt x="1250" y="69964"/>
                  <a:pt x="6563" y="66571"/>
                </a:cubicBezTo>
                <a:lnTo>
                  <a:pt x="106576" y="2277"/>
                </a:lnTo>
                <a:close/>
                <a:moveTo>
                  <a:pt x="150019" y="92869"/>
                </a:moveTo>
                <a:lnTo>
                  <a:pt x="150019" y="185738"/>
                </a:lnTo>
                <a:lnTo>
                  <a:pt x="178594" y="185738"/>
                </a:lnTo>
                <a:lnTo>
                  <a:pt x="178594" y="92869"/>
                </a:lnTo>
                <a:lnTo>
                  <a:pt x="150019" y="92869"/>
                </a:lnTo>
                <a:close/>
                <a:moveTo>
                  <a:pt x="100013" y="185738"/>
                </a:moveTo>
                <a:lnTo>
                  <a:pt x="128588" y="185738"/>
                </a:lnTo>
                <a:lnTo>
                  <a:pt x="128588" y="92869"/>
                </a:lnTo>
                <a:lnTo>
                  <a:pt x="100013" y="92869"/>
                </a:lnTo>
                <a:lnTo>
                  <a:pt x="100013" y="185738"/>
                </a:lnTo>
                <a:close/>
                <a:moveTo>
                  <a:pt x="50006" y="92869"/>
                </a:moveTo>
                <a:lnTo>
                  <a:pt x="50006" y="185738"/>
                </a:lnTo>
                <a:lnTo>
                  <a:pt x="78581" y="185738"/>
                </a:lnTo>
                <a:lnTo>
                  <a:pt x="78581" y="92869"/>
                </a:lnTo>
                <a:lnTo>
                  <a:pt x="50006" y="92869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4910256"/>
            <a:ext cx="5438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5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Davri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" y="5291138"/>
            <a:ext cx="54197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F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O'sha davrda </a:t>
            </a:r>
            <a:r>
              <a:rPr lang="en-US" sz="1500" b="1" dirty="0">
                <a:solidFill>
                  <a:srgbClr val="C9A9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Markaziy Osiyo ilm-fan va tasavvuf markazi</a:t>
            </a:r>
            <a:r>
              <a:rPr lang="en-US" sz="1500" dirty="0">
                <a:solidFill>
                  <a:srgbClr val="F5F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edi.</a:t>
            </a:r>
            <a:endParaRPr lang="en-US" sz="1600" dirty="0"/>
          </a:p>
        </p:txBody>
      </p:sp>
      <p:pic>
        <p:nvPicPr>
          <p:cNvPr id="23" name="Image 0" descr="https://kimi-web-img.moonshot.cn/img/christintheilig.com/5f2d5df278bc10f22fe2d954d2ba97cf863a458c.jpg"/>
          <p:cNvPicPr>
            <a:picLocks noChangeAspect="1"/>
          </p:cNvPicPr>
          <p:nvPr/>
        </p:nvPicPr>
        <p:blipFill>
          <a:blip r:embed="rId3"/>
          <a:srcRect l="22466" r="22466"/>
          <a:stretch/>
        </p:blipFill>
        <p:spPr>
          <a:xfrm>
            <a:off x="7376160" y="1295400"/>
            <a:ext cx="4438650" cy="4533900"/>
          </a:xfrm>
          <a:prstGeom prst="roundRect">
            <a:avLst>
              <a:gd name="adj" fmla="val 3433"/>
            </a:avLst>
          </a:prstGeom>
        </p:spPr>
      </p:pic>
      <p:sp>
        <p:nvSpPr>
          <p:cNvPr id="24" name="Shape 21"/>
          <p:cNvSpPr/>
          <p:nvPr/>
        </p:nvSpPr>
        <p:spPr>
          <a:xfrm>
            <a:off x="7376160" y="1295400"/>
            <a:ext cx="4438650" cy="4533900"/>
          </a:xfrm>
          <a:custGeom>
            <a:avLst/>
            <a:gdLst/>
            <a:ahLst/>
            <a:cxnLst/>
            <a:rect l="l" t="t" r="r" b="b"/>
            <a:pathLst>
              <a:path w="4438650" h="4533900">
                <a:moveTo>
                  <a:pt x="0" y="0"/>
                </a:moveTo>
                <a:lnTo>
                  <a:pt x="4438650" y="0"/>
                </a:lnTo>
                <a:lnTo>
                  <a:pt x="4438650" y="4533900"/>
                </a:lnTo>
                <a:lnTo>
                  <a:pt x="0" y="45339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8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25" name="Shape 22"/>
          <p:cNvSpPr/>
          <p:nvPr/>
        </p:nvSpPr>
        <p:spPr>
          <a:xfrm>
            <a:off x="7604760" y="4762500"/>
            <a:ext cx="3981450" cy="838200"/>
          </a:xfrm>
          <a:custGeom>
            <a:avLst/>
            <a:gdLst/>
            <a:ahLst/>
            <a:cxnLst/>
            <a:rect l="l" t="t" r="r" b="b"/>
            <a:pathLst>
              <a:path w="3981450" h="838200">
                <a:moveTo>
                  <a:pt x="114297" y="0"/>
                </a:moveTo>
                <a:lnTo>
                  <a:pt x="3867153" y="0"/>
                </a:lnTo>
                <a:cubicBezTo>
                  <a:pt x="3930278" y="0"/>
                  <a:pt x="3981450" y="51172"/>
                  <a:pt x="3981450" y="114297"/>
                </a:cubicBezTo>
                <a:lnTo>
                  <a:pt x="3981450" y="723903"/>
                </a:lnTo>
                <a:cubicBezTo>
                  <a:pt x="3981450" y="787028"/>
                  <a:pt x="3930278" y="838200"/>
                  <a:pt x="386715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757160" y="4914900"/>
            <a:ext cx="3762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Buxoro - Ilm Shahri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757160" y="5219700"/>
            <a:ext cx="3752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Markaziy Osiyoning madaniy va diniy markazi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469243" y="5981700"/>
            <a:ext cx="1419225" cy="495300"/>
          </a:xfrm>
          <a:custGeom>
            <a:avLst/>
            <a:gdLst/>
            <a:ahLst/>
            <a:cxnLst/>
            <a:rect l="l" t="t" r="r" b="b"/>
            <a:pathLst>
              <a:path w="1419225" h="495300">
                <a:moveTo>
                  <a:pt x="247650" y="0"/>
                </a:moveTo>
                <a:lnTo>
                  <a:pt x="1171575" y="0"/>
                </a:lnTo>
                <a:cubicBezTo>
                  <a:pt x="1308257" y="0"/>
                  <a:pt x="1419225" y="110968"/>
                  <a:pt x="1419225" y="247650"/>
                </a:cubicBezTo>
                <a:lnTo>
                  <a:pt x="1419225" y="247650"/>
                </a:lnTo>
                <a:cubicBezTo>
                  <a:pt x="1419225" y="384332"/>
                  <a:pt x="1308257" y="495300"/>
                  <a:pt x="1171575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740706" y="61150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30" name="Text 27"/>
          <p:cNvSpPr/>
          <p:nvPr/>
        </p:nvSpPr>
        <p:spPr>
          <a:xfrm>
            <a:off x="4097893" y="6096000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Ilm-fan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191483" y="5981700"/>
            <a:ext cx="1552575" cy="495300"/>
          </a:xfrm>
          <a:custGeom>
            <a:avLst/>
            <a:gdLst/>
            <a:ahLst/>
            <a:cxnLst/>
            <a:rect l="l" t="t" r="r" b="b"/>
            <a:pathLst>
              <a:path w="1552575" h="495300">
                <a:moveTo>
                  <a:pt x="247650" y="0"/>
                </a:moveTo>
                <a:lnTo>
                  <a:pt x="1304925" y="0"/>
                </a:lnTo>
                <a:cubicBezTo>
                  <a:pt x="1441607" y="0"/>
                  <a:pt x="1552575" y="110968"/>
                  <a:pt x="1552575" y="247650"/>
                </a:cubicBezTo>
                <a:lnTo>
                  <a:pt x="1552575" y="247650"/>
                </a:lnTo>
                <a:cubicBezTo>
                  <a:pt x="1552575" y="384332"/>
                  <a:pt x="1441607" y="495300"/>
                  <a:pt x="1304925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434370" y="61150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8045" y="100013"/>
                </a:moveTo>
                <a:lnTo>
                  <a:pt x="179130" y="100013"/>
                </a:lnTo>
                <a:cubicBezTo>
                  <a:pt x="198552" y="100013"/>
                  <a:pt x="214313" y="84252"/>
                  <a:pt x="214313" y="64830"/>
                </a:cubicBezTo>
                <a:cubicBezTo>
                  <a:pt x="214313" y="53444"/>
                  <a:pt x="208821" y="42773"/>
                  <a:pt x="199534" y="36165"/>
                </a:cubicBezTo>
                <a:lnTo>
                  <a:pt x="132740" y="-11341"/>
                </a:lnTo>
                <a:cubicBezTo>
                  <a:pt x="130239" y="-13082"/>
                  <a:pt x="126936" y="-13082"/>
                  <a:pt x="124480" y="-11341"/>
                </a:cubicBezTo>
                <a:lnTo>
                  <a:pt x="57641" y="36165"/>
                </a:lnTo>
                <a:cubicBezTo>
                  <a:pt x="48354" y="42773"/>
                  <a:pt x="42863" y="53444"/>
                  <a:pt x="42863" y="64830"/>
                </a:cubicBezTo>
                <a:cubicBezTo>
                  <a:pt x="42863" y="84252"/>
                  <a:pt x="58623" y="100013"/>
                  <a:pt x="78045" y="100013"/>
                </a:cubicBezTo>
                <a:close/>
                <a:moveTo>
                  <a:pt x="228600" y="228600"/>
                </a:moveTo>
                <a:cubicBezTo>
                  <a:pt x="244361" y="228600"/>
                  <a:pt x="257175" y="215786"/>
                  <a:pt x="257175" y="200025"/>
                </a:cubicBezTo>
                <a:lnTo>
                  <a:pt x="257175" y="100013"/>
                </a:lnTo>
                <a:cubicBezTo>
                  <a:pt x="257175" y="92110"/>
                  <a:pt x="250790" y="85725"/>
                  <a:pt x="242888" y="85725"/>
                </a:cubicBezTo>
                <a:cubicBezTo>
                  <a:pt x="234985" y="85725"/>
                  <a:pt x="228600" y="92110"/>
                  <a:pt x="228600" y="100013"/>
                </a:cubicBezTo>
                <a:lnTo>
                  <a:pt x="228600" y="121444"/>
                </a:lnTo>
                <a:lnTo>
                  <a:pt x="28575" y="121444"/>
                </a:lnTo>
                <a:lnTo>
                  <a:pt x="28575" y="100013"/>
                </a:ln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228600" y="228600"/>
                </a:lnTo>
                <a:close/>
                <a:moveTo>
                  <a:pt x="107156" y="171450"/>
                </a:moveTo>
                <a:cubicBezTo>
                  <a:pt x="107156" y="159618"/>
                  <a:pt x="116756" y="150019"/>
                  <a:pt x="128588" y="150019"/>
                </a:cubicBezTo>
                <a:cubicBezTo>
                  <a:pt x="140419" y="150019"/>
                  <a:pt x="150019" y="159618"/>
                  <a:pt x="150019" y="171450"/>
                </a:cubicBezTo>
                <a:lnTo>
                  <a:pt x="150019" y="207169"/>
                </a:lnTo>
                <a:lnTo>
                  <a:pt x="107156" y="207169"/>
                </a:lnTo>
                <a:lnTo>
                  <a:pt x="107156" y="17145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3" name="Text 30"/>
          <p:cNvSpPr/>
          <p:nvPr/>
        </p:nvSpPr>
        <p:spPr>
          <a:xfrm>
            <a:off x="5820133" y="6096000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Tasavvuf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050524" y="5981700"/>
            <a:ext cx="1676400" cy="495300"/>
          </a:xfrm>
          <a:custGeom>
            <a:avLst/>
            <a:gdLst/>
            <a:ahLst/>
            <a:cxnLst/>
            <a:rect l="l" t="t" r="r" b="b"/>
            <a:pathLst>
              <a:path w="1676400" h="495300">
                <a:moveTo>
                  <a:pt x="247650" y="0"/>
                </a:moveTo>
                <a:lnTo>
                  <a:pt x="1428750" y="0"/>
                </a:lnTo>
                <a:cubicBezTo>
                  <a:pt x="1565432" y="0"/>
                  <a:pt x="1676400" y="110968"/>
                  <a:pt x="1676400" y="247650"/>
                </a:cubicBezTo>
                <a:lnTo>
                  <a:pt x="1676400" y="247650"/>
                </a:lnTo>
                <a:cubicBezTo>
                  <a:pt x="1676400" y="384332"/>
                  <a:pt x="1565432" y="495300"/>
                  <a:pt x="1428750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279124" y="61150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6" name="Text 33"/>
          <p:cNvSpPr/>
          <p:nvPr/>
        </p:nvSpPr>
        <p:spPr>
          <a:xfrm>
            <a:off x="7679174" y="6096000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Madaniyat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527447" y="5810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81000"/>
            <a:ext cx="4124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8B73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Ilm Yo'li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609600"/>
            <a:ext cx="4276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Ta'lim va Tarbiya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46753"/>
            <a:ext cx="7124700" cy="1428750"/>
          </a:xfrm>
          <a:custGeom>
            <a:avLst/>
            <a:gdLst/>
            <a:ahLst/>
            <a:cxnLst/>
            <a:rect l="l" t="t" r="r" b="b"/>
            <a:pathLst>
              <a:path w="7124700" h="1428750">
                <a:moveTo>
                  <a:pt x="152405" y="0"/>
                </a:moveTo>
                <a:lnTo>
                  <a:pt x="6972295" y="0"/>
                </a:lnTo>
                <a:cubicBezTo>
                  <a:pt x="7056466" y="0"/>
                  <a:pt x="7124700" y="68234"/>
                  <a:pt x="7124700" y="152405"/>
                </a:cubicBezTo>
                <a:lnTo>
                  <a:pt x="7124700" y="1276345"/>
                </a:lnTo>
                <a:cubicBezTo>
                  <a:pt x="7124700" y="1360516"/>
                  <a:pt x="7056466" y="1428750"/>
                  <a:pt x="6972295" y="1428750"/>
                </a:cubicBezTo>
                <a:lnTo>
                  <a:pt x="152405" y="1428750"/>
                </a:lnTo>
                <a:cubicBezTo>
                  <a:pt x="68234" y="1428750"/>
                  <a:pt x="0" y="1360516"/>
                  <a:pt x="0" y="1276345"/>
                </a:cubicBezTo>
                <a:lnTo>
                  <a:pt x="0" y="152405"/>
                </a:lnTo>
                <a:cubicBezTo>
                  <a:pt x="0" y="68290"/>
                  <a:pt x="68290" y="0"/>
                  <a:pt x="1524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9600" y="187535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9A962"/>
              </a:gs>
              <a:gs pos="100000">
                <a:srgbClr val="8B7355"/>
              </a:gs>
            </a:gsLst>
            <a:lin ang="27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746046" y="2008703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09700" y="1875353"/>
            <a:ext cx="598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Yoshligidan Ilmga Qiziqqan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09700" y="2294334"/>
            <a:ext cx="59531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Bahauddin Naqshband </a:t>
            </a:r>
            <a:r>
              <a:rPr lang="en-US" sz="1350" dirty="0">
                <a:solidFill>
                  <a:srgbClr val="8B7355"/>
                </a:solidFill>
                <a:highlight>
                  <a:srgbClr val="C9A962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yoshligidan ilm va ma'rifatga </a:t>
            </a:r>
            <a:r>
              <a:rPr lang="en-US" sz="13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chuqur qiziqish bildirgan.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3308747"/>
            <a:ext cx="7124700" cy="1428750"/>
          </a:xfrm>
          <a:custGeom>
            <a:avLst/>
            <a:gdLst/>
            <a:ahLst/>
            <a:cxnLst/>
            <a:rect l="l" t="t" r="r" b="b"/>
            <a:pathLst>
              <a:path w="7124700" h="1428750">
                <a:moveTo>
                  <a:pt x="152405" y="0"/>
                </a:moveTo>
                <a:lnTo>
                  <a:pt x="6972295" y="0"/>
                </a:lnTo>
                <a:cubicBezTo>
                  <a:pt x="7056466" y="0"/>
                  <a:pt x="7124700" y="68234"/>
                  <a:pt x="7124700" y="152405"/>
                </a:cubicBezTo>
                <a:lnTo>
                  <a:pt x="7124700" y="1276345"/>
                </a:lnTo>
                <a:cubicBezTo>
                  <a:pt x="7124700" y="1360516"/>
                  <a:pt x="7056466" y="1428750"/>
                  <a:pt x="6972295" y="1428750"/>
                </a:cubicBezTo>
                <a:lnTo>
                  <a:pt x="152405" y="1428750"/>
                </a:lnTo>
                <a:cubicBezTo>
                  <a:pt x="68234" y="1428750"/>
                  <a:pt x="0" y="1360516"/>
                  <a:pt x="0" y="1276345"/>
                </a:cubicBezTo>
                <a:lnTo>
                  <a:pt x="0" y="152405"/>
                </a:lnTo>
                <a:cubicBezTo>
                  <a:pt x="0" y="68290"/>
                  <a:pt x="68290" y="0"/>
                  <a:pt x="1524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9600" y="353734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8B7355"/>
              </a:gs>
              <a:gs pos="100000">
                <a:srgbClr val="2C3E50"/>
              </a:gs>
            </a:gsLst>
            <a:lin ang="270000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746046" y="3670697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09700" y="3537347"/>
            <a:ext cx="598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Mashhur Shayxlardan Ta'lim Olgan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09700" y="3956328"/>
            <a:ext cx="59531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Mashhur shayxlar huzurida</a:t>
            </a:r>
            <a:r>
              <a:rPr lang="en-US" sz="13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ta'lim olgan va ulardan ilm olishda katta tajriba orttirgan.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4970741"/>
            <a:ext cx="7124700" cy="1152525"/>
          </a:xfrm>
          <a:custGeom>
            <a:avLst/>
            <a:gdLst/>
            <a:ahLst/>
            <a:cxnLst/>
            <a:rect l="l" t="t" r="r" b="b"/>
            <a:pathLst>
              <a:path w="7124700" h="1152525">
                <a:moveTo>
                  <a:pt x="152398" y="0"/>
                </a:moveTo>
                <a:lnTo>
                  <a:pt x="6972302" y="0"/>
                </a:lnTo>
                <a:cubicBezTo>
                  <a:pt x="7056469" y="0"/>
                  <a:pt x="7124700" y="68231"/>
                  <a:pt x="7124700" y="152398"/>
                </a:cubicBezTo>
                <a:lnTo>
                  <a:pt x="7124700" y="1000127"/>
                </a:lnTo>
                <a:cubicBezTo>
                  <a:pt x="7124700" y="1084294"/>
                  <a:pt x="7056469" y="1152525"/>
                  <a:pt x="6972302" y="1152525"/>
                </a:cubicBezTo>
                <a:lnTo>
                  <a:pt x="152398" y="1152525"/>
                </a:lnTo>
                <a:cubicBezTo>
                  <a:pt x="68231" y="1152525"/>
                  <a:pt x="0" y="1084294"/>
                  <a:pt x="0" y="1000127"/>
                </a:cubicBezTo>
                <a:lnTo>
                  <a:pt x="0" y="152398"/>
                </a:lnTo>
                <a:cubicBezTo>
                  <a:pt x="0" y="68231"/>
                  <a:pt x="68231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8B7355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9600" y="51993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9A962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46046" y="5332691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9A96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09700" y="5199341"/>
            <a:ext cx="598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5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Tasavvuf Yo'lini Tanlagan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09700" y="5618322"/>
            <a:ext cx="5953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5F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 </a:t>
            </a:r>
            <a:r>
              <a:rPr lang="en-US" sz="1350" b="1" dirty="0">
                <a:solidFill>
                  <a:srgbClr val="C9A9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tasavvuf yo'lini</a:t>
            </a:r>
            <a:r>
              <a:rPr lang="en-US" sz="1350" dirty="0">
                <a:solidFill>
                  <a:srgbClr val="F5F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tanlab, ruhiy kamolotga intilgan.</a:t>
            </a:r>
            <a:endParaRPr lang="en-US" sz="1600" dirty="0"/>
          </a:p>
        </p:txBody>
      </p:sp>
      <p:pic>
        <p:nvPicPr>
          <p:cNvPr id="21" name="Image 0" descr="https://kimi-web-img.moonshot.cn/img/www.yaqeeninstitute.org/4d8dad7a16e4b21bcecde76140996b36316d45e4.jpg"/>
          <p:cNvPicPr>
            <a:picLocks noChangeAspect="1"/>
          </p:cNvPicPr>
          <p:nvPr/>
        </p:nvPicPr>
        <p:blipFill>
          <a:blip r:embed="rId3"/>
          <a:srcRect l="19555" r="19555"/>
          <a:stretch/>
        </p:blipFill>
        <p:spPr>
          <a:xfrm>
            <a:off x="7810500" y="1295400"/>
            <a:ext cx="4000500" cy="3695700"/>
          </a:xfrm>
          <a:prstGeom prst="roundRect">
            <a:avLst>
              <a:gd name="adj" fmla="val 4124"/>
            </a:avLst>
          </a:prstGeom>
        </p:spPr>
      </p:pic>
      <p:sp>
        <p:nvSpPr>
          <p:cNvPr id="22" name="Shape 19"/>
          <p:cNvSpPr/>
          <p:nvPr/>
        </p:nvSpPr>
        <p:spPr>
          <a:xfrm>
            <a:off x="7810500" y="1295400"/>
            <a:ext cx="4000500" cy="3695700"/>
          </a:xfrm>
          <a:custGeom>
            <a:avLst/>
            <a:gdLst/>
            <a:ahLst/>
            <a:cxnLst/>
            <a:rect l="l" t="t" r="r" b="b"/>
            <a:pathLst>
              <a:path w="4000500" h="3695700">
                <a:moveTo>
                  <a:pt x="0" y="0"/>
                </a:moveTo>
                <a:lnTo>
                  <a:pt x="4000500" y="0"/>
                </a:lnTo>
                <a:lnTo>
                  <a:pt x="4000500" y="3695700"/>
                </a:lnTo>
                <a:lnTo>
                  <a:pt x="0" y="36957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23" name="Text 20"/>
          <p:cNvSpPr/>
          <p:nvPr/>
        </p:nvSpPr>
        <p:spPr>
          <a:xfrm>
            <a:off x="8039100" y="4229100"/>
            <a:ext cx="3638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Ruhiy Mashg'ulotlar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039100" y="45339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A9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Ichki zikr va meditatsiya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810500" y="5181600"/>
            <a:ext cx="4000500" cy="1295400"/>
          </a:xfrm>
          <a:custGeom>
            <a:avLst/>
            <a:gdLst/>
            <a:ahLst/>
            <a:cxnLst/>
            <a:rect l="l" t="t" r="r" b="b"/>
            <a:pathLst>
              <a:path w="4000500" h="1295400">
                <a:moveTo>
                  <a:pt x="152404" y="0"/>
                </a:moveTo>
                <a:lnTo>
                  <a:pt x="3848096" y="0"/>
                </a:lnTo>
                <a:cubicBezTo>
                  <a:pt x="3932266" y="0"/>
                  <a:pt x="4000500" y="68234"/>
                  <a:pt x="4000500" y="152404"/>
                </a:cubicBezTo>
                <a:lnTo>
                  <a:pt x="4000500" y="1142996"/>
                </a:lnTo>
                <a:cubicBezTo>
                  <a:pt x="4000500" y="1227166"/>
                  <a:pt x="3932266" y="1295400"/>
                  <a:pt x="3848096" y="1295400"/>
                </a:cubicBezTo>
                <a:lnTo>
                  <a:pt x="152404" y="1295400"/>
                </a:lnTo>
                <a:cubicBezTo>
                  <a:pt x="68234" y="1295400"/>
                  <a:pt x="0" y="1227166"/>
                  <a:pt x="0" y="11429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99371" y="537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9A962">
              <a:alpha val="2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8481536" y="55340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285750"/>
                </a:moveTo>
                <a:lnTo>
                  <a:pt x="196453" y="285750"/>
                </a:lnTo>
                <a:cubicBezTo>
                  <a:pt x="226033" y="285750"/>
                  <a:pt x="250031" y="261751"/>
                  <a:pt x="250031" y="232172"/>
                </a:cubicBezTo>
                <a:lnTo>
                  <a:pt x="250031" y="53578"/>
                </a:lnTo>
                <a:cubicBezTo>
                  <a:pt x="250031" y="23999"/>
                  <a:pt x="226033" y="0"/>
                  <a:pt x="196453" y="0"/>
                </a:cubicBezTo>
                <a:lnTo>
                  <a:pt x="26789" y="0"/>
                </a:lnTo>
                <a:cubicBezTo>
                  <a:pt x="11999" y="0"/>
                  <a:pt x="0" y="11999"/>
                  <a:pt x="0" y="26789"/>
                </a:cubicBezTo>
                <a:lnTo>
                  <a:pt x="0" y="187523"/>
                </a:lnTo>
                <a:cubicBezTo>
                  <a:pt x="0" y="199188"/>
                  <a:pt x="7479" y="209122"/>
                  <a:pt x="17859" y="212806"/>
                </a:cubicBezTo>
                <a:lnTo>
                  <a:pt x="17859" y="250031"/>
                </a:lnTo>
                <a:cubicBezTo>
                  <a:pt x="7981" y="250031"/>
                  <a:pt x="0" y="258012"/>
                  <a:pt x="0" y="267891"/>
                </a:cubicBezTo>
                <a:cubicBezTo>
                  <a:pt x="0" y="277769"/>
                  <a:pt x="7981" y="285750"/>
                  <a:pt x="17859" y="285750"/>
                </a:cubicBezTo>
                <a:lnTo>
                  <a:pt x="35719" y="285750"/>
                </a:lnTo>
                <a:close/>
                <a:moveTo>
                  <a:pt x="196453" y="214313"/>
                </a:moveTo>
                <a:cubicBezTo>
                  <a:pt x="206332" y="214313"/>
                  <a:pt x="214313" y="222293"/>
                  <a:pt x="214313" y="232172"/>
                </a:cubicBezTo>
                <a:cubicBezTo>
                  <a:pt x="214313" y="242050"/>
                  <a:pt x="206332" y="250031"/>
                  <a:pt x="196453" y="250031"/>
                </a:cubicBezTo>
                <a:lnTo>
                  <a:pt x="53578" y="250031"/>
                </a:lnTo>
                <a:lnTo>
                  <a:pt x="53578" y="214313"/>
                </a:lnTo>
                <a:lnTo>
                  <a:pt x="196453" y="214313"/>
                </a:lnTo>
                <a:close/>
                <a:moveTo>
                  <a:pt x="152419" y="80590"/>
                </a:moveTo>
                <a:cubicBezTo>
                  <a:pt x="153814" y="77186"/>
                  <a:pt x="158669" y="77186"/>
                  <a:pt x="160065" y="80590"/>
                </a:cubicBezTo>
                <a:lnTo>
                  <a:pt x="165813" y="94431"/>
                </a:lnTo>
                <a:lnTo>
                  <a:pt x="180770" y="95603"/>
                </a:lnTo>
                <a:cubicBezTo>
                  <a:pt x="184454" y="95883"/>
                  <a:pt x="185905" y="100459"/>
                  <a:pt x="183114" y="102859"/>
                </a:cubicBezTo>
                <a:lnTo>
                  <a:pt x="171785" y="112681"/>
                </a:lnTo>
                <a:lnTo>
                  <a:pt x="175245" y="127248"/>
                </a:lnTo>
                <a:cubicBezTo>
                  <a:pt x="176082" y="130820"/>
                  <a:pt x="172176" y="133666"/>
                  <a:pt x="169050" y="131769"/>
                </a:cubicBezTo>
                <a:lnTo>
                  <a:pt x="156270" y="123955"/>
                </a:lnTo>
                <a:lnTo>
                  <a:pt x="143489" y="131769"/>
                </a:lnTo>
                <a:cubicBezTo>
                  <a:pt x="140364" y="133666"/>
                  <a:pt x="136457" y="130876"/>
                  <a:pt x="137294" y="127248"/>
                </a:cubicBezTo>
                <a:lnTo>
                  <a:pt x="140754" y="112681"/>
                </a:lnTo>
                <a:lnTo>
                  <a:pt x="129369" y="102915"/>
                </a:lnTo>
                <a:cubicBezTo>
                  <a:pt x="126578" y="100515"/>
                  <a:pt x="128085" y="95938"/>
                  <a:pt x="131713" y="95659"/>
                </a:cubicBezTo>
                <a:lnTo>
                  <a:pt x="146670" y="94487"/>
                </a:lnTo>
                <a:lnTo>
                  <a:pt x="152419" y="80646"/>
                </a:lnTo>
                <a:close/>
                <a:moveTo>
                  <a:pt x="55811" y="107156"/>
                </a:moveTo>
                <a:cubicBezTo>
                  <a:pt x="55811" y="68926"/>
                  <a:pt x="86785" y="37951"/>
                  <a:pt x="125016" y="37951"/>
                </a:cubicBezTo>
                <a:cubicBezTo>
                  <a:pt x="138299" y="37951"/>
                  <a:pt x="150744" y="41690"/>
                  <a:pt x="161292" y="48220"/>
                </a:cubicBezTo>
                <a:cubicBezTo>
                  <a:pt x="163971" y="49839"/>
                  <a:pt x="165143" y="53132"/>
                  <a:pt x="164083" y="56090"/>
                </a:cubicBezTo>
                <a:cubicBezTo>
                  <a:pt x="163023" y="59048"/>
                  <a:pt x="160120" y="60889"/>
                  <a:pt x="156995" y="60554"/>
                </a:cubicBezTo>
                <a:cubicBezTo>
                  <a:pt x="155265" y="60387"/>
                  <a:pt x="153535" y="60275"/>
                  <a:pt x="151749" y="60275"/>
                </a:cubicBezTo>
                <a:cubicBezTo>
                  <a:pt x="125853" y="60275"/>
                  <a:pt x="104868" y="81260"/>
                  <a:pt x="104868" y="107156"/>
                </a:cubicBezTo>
                <a:cubicBezTo>
                  <a:pt x="104868" y="133052"/>
                  <a:pt x="125853" y="154037"/>
                  <a:pt x="151749" y="154037"/>
                </a:cubicBezTo>
                <a:cubicBezTo>
                  <a:pt x="153535" y="154037"/>
                  <a:pt x="155265" y="153925"/>
                  <a:pt x="156995" y="153758"/>
                </a:cubicBezTo>
                <a:cubicBezTo>
                  <a:pt x="160120" y="153423"/>
                  <a:pt x="163023" y="155265"/>
                  <a:pt x="164083" y="158223"/>
                </a:cubicBezTo>
                <a:cubicBezTo>
                  <a:pt x="165143" y="161181"/>
                  <a:pt x="163916" y="164474"/>
                  <a:pt x="161292" y="166092"/>
                </a:cubicBezTo>
                <a:cubicBezTo>
                  <a:pt x="150744" y="172622"/>
                  <a:pt x="138299" y="176361"/>
                  <a:pt x="125016" y="176361"/>
                </a:cubicBezTo>
                <a:cubicBezTo>
                  <a:pt x="86785" y="176361"/>
                  <a:pt x="55811" y="145386"/>
                  <a:pt x="55811" y="107156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28" name="Text 25"/>
          <p:cNvSpPr/>
          <p:nvPr/>
        </p:nvSpPr>
        <p:spPr>
          <a:xfrm>
            <a:off x="8261271" y="60579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Qur'on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505831" y="537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7355">
              <a:alpha val="2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9670137" y="5534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84832"/>
                </a:moveTo>
                <a:cubicBezTo>
                  <a:pt x="169981" y="84832"/>
                  <a:pt x="191988" y="62825"/>
                  <a:pt x="191988" y="35719"/>
                </a:cubicBezTo>
                <a:cubicBezTo>
                  <a:pt x="191988" y="8612"/>
                  <a:pt x="169981" y="-13395"/>
                  <a:pt x="142875" y="-13395"/>
                </a:cubicBezTo>
                <a:cubicBezTo>
                  <a:pt x="115769" y="-13395"/>
                  <a:pt x="93762" y="8612"/>
                  <a:pt x="93762" y="35719"/>
                </a:cubicBezTo>
                <a:cubicBezTo>
                  <a:pt x="93762" y="62825"/>
                  <a:pt x="115769" y="84832"/>
                  <a:pt x="142875" y="84832"/>
                </a:cubicBezTo>
                <a:close/>
                <a:moveTo>
                  <a:pt x="142875" y="251538"/>
                </a:moveTo>
                <a:lnTo>
                  <a:pt x="142875" y="168213"/>
                </a:lnTo>
                <a:cubicBezTo>
                  <a:pt x="151972" y="164418"/>
                  <a:pt x="161237" y="160567"/>
                  <a:pt x="170613" y="156660"/>
                </a:cubicBezTo>
                <a:cubicBezTo>
                  <a:pt x="192379" y="147619"/>
                  <a:pt x="215708" y="142931"/>
                  <a:pt x="239316" y="142931"/>
                </a:cubicBezTo>
                <a:lnTo>
                  <a:pt x="250031" y="142931"/>
                </a:lnTo>
                <a:lnTo>
                  <a:pt x="250031" y="232228"/>
                </a:lnTo>
                <a:lnTo>
                  <a:pt x="239316" y="232228"/>
                </a:lnTo>
                <a:cubicBezTo>
                  <a:pt x="206332" y="232228"/>
                  <a:pt x="173627" y="238758"/>
                  <a:pt x="143154" y="251482"/>
                </a:cubicBezTo>
                <a:lnTo>
                  <a:pt x="142875" y="251594"/>
                </a:lnTo>
                <a:close/>
                <a:moveTo>
                  <a:pt x="142875" y="129480"/>
                </a:moveTo>
                <a:lnTo>
                  <a:pt x="128867" y="123620"/>
                </a:lnTo>
                <a:cubicBezTo>
                  <a:pt x="102747" y="112737"/>
                  <a:pt x="74730" y="107156"/>
                  <a:pt x="46434" y="107156"/>
                </a:cubicBezTo>
                <a:lnTo>
                  <a:pt x="26789" y="107156"/>
                </a:lnTo>
                <a:cubicBezTo>
                  <a:pt x="11999" y="107156"/>
                  <a:pt x="0" y="119156"/>
                  <a:pt x="0" y="133945"/>
                </a:cubicBezTo>
                <a:lnTo>
                  <a:pt x="0" y="241102"/>
                </a:lnTo>
                <a:cubicBezTo>
                  <a:pt x="0" y="255891"/>
                  <a:pt x="11999" y="267891"/>
                  <a:pt x="26789" y="267891"/>
                </a:cubicBezTo>
                <a:lnTo>
                  <a:pt x="46434" y="267891"/>
                </a:lnTo>
                <a:cubicBezTo>
                  <a:pt x="74730" y="267891"/>
                  <a:pt x="102747" y="273472"/>
                  <a:pt x="128867" y="284355"/>
                </a:cubicBezTo>
                <a:lnTo>
                  <a:pt x="136010" y="287313"/>
                </a:lnTo>
                <a:cubicBezTo>
                  <a:pt x="140419" y="289154"/>
                  <a:pt x="145331" y="289154"/>
                  <a:pt x="149740" y="287313"/>
                </a:cubicBezTo>
                <a:lnTo>
                  <a:pt x="156883" y="284355"/>
                </a:lnTo>
                <a:cubicBezTo>
                  <a:pt x="183003" y="273472"/>
                  <a:pt x="211020" y="267891"/>
                  <a:pt x="239316" y="267891"/>
                </a:cubicBezTo>
                <a:lnTo>
                  <a:pt x="258961" y="267891"/>
                </a:lnTo>
                <a:cubicBezTo>
                  <a:pt x="273751" y="267891"/>
                  <a:pt x="285750" y="255891"/>
                  <a:pt x="285750" y="241102"/>
                </a:cubicBezTo>
                <a:lnTo>
                  <a:pt x="285750" y="133945"/>
                </a:lnTo>
                <a:cubicBezTo>
                  <a:pt x="285750" y="119156"/>
                  <a:pt x="273751" y="107156"/>
                  <a:pt x="258961" y="107156"/>
                </a:cubicBezTo>
                <a:lnTo>
                  <a:pt x="239316" y="107156"/>
                </a:lnTo>
                <a:cubicBezTo>
                  <a:pt x="211020" y="107156"/>
                  <a:pt x="183003" y="112737"/>
                  <a:pt x="156883" y="123620"/>
                </a:cubicBezTo>
                <a:lnTo>
                  <a:pt x="142875" y="129480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1" name="Text 28"/>
          <p:cNvSpPr/>
          <p:nvPr/>
        </p:nvSpPr>
        <p:spPr>
          <a:xfrm>
            <a:off x="9467731" y="60579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Hadis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712410" y="537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C3E50">
              <a:alpha val="2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10840998" y="55340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25016" y="165199"/>
                </a:moveTo>
                <a:cubicBezTo>
                  <a:pt x="125016" y="172622"/>
                  <a:pt x="119044" y="178594"/>
                  <a:pt x="111621" y="178594"/>
                </a:cubicBezTo>
                <a:cubicBezTo>
                  <a:pt x="104198" y="178594"/>
                  <a:pt x="98227" y="172622"/>
                  <a:pt x="98227" y="165199"/>
                </a:cubicBezTo>
                <a:lnTo>
                  <a:pt x="98227" y="102357"/>
                </a:lnTo>
                <a:lnTo>
                  <a:pt x="147451" y="35551"/>
                </a:lnTo>
                <a:cubicBezTo>
                  <a:pt x="154763" y="25617"/>
                  <a:pt x="152642" y="11664"/>
                  <a:pt x="142708" y="4353"/>
                </a:cubicBezTo>
                <a:cubicBezTo>
                  <a:pt x="132773" y="-2958"/>
                  <a:pt x="118821" y="-837"/>
                  <a:pt x="111509" y="9097"/>
                </a:cubicBezTo>
                <a:lnTo>
                  <a:pt x="59438" y="79753"/>
                </a:lnTo>
                <a:cubicBezTo>
                  <a:pt x="49839" y="92757"/>
                  <a:pt x="44648" y="108552"/>
                  <a:pt x="44648" y="124792"/>
                </a:cubicBezTo>
                <a:lnTo>
                  <a:pt x="44648" y="186575"/>
                </a:lnTo>
                <a:lnTo>
                  <a:pt x="12223" y="197402"/>
                </a:lnTo>
                <a:cubicBezTo>
                  <a:pt x="4911" y="199802"/>
                  <a:pt x="0" y="206611"/>
                  <a:pt x="0" y="214313"/>
                </a:cubicBezTo>
                <a:lnTo>
                  <a:pt x="0" y="267891"/>
                </a:lnTo>
                <a:cubicBezTo>
                  <a:pt x="0" y="273472"/>
                  <a:pt x="2623" y="278774"/>
                  <a:pt x="7088" y="282122"/>
                </a:cubicBezTo>
                <a:cubicBezTo>
                  <a:pt x="11553" y="285471"/>
                  <a:pt x="17357" y="286587"/>
                  <a:pt x="22771" y="285024"/>
                </a:cubicBezTo>
                <a:lnTo>
                  <a:pt x="108942" y="260412"/>
                </a:lnTo>
                <a:cubicBezTo>
                  <a:pt x="139638" y="251650"/>
                  <a:pt x="160734" y="223633"/>
                  <a:pt x="160734" y="191709"/>
                </a:cubicBezTo>
                <a:lnTo>
                  <a:pt x="160734" y="125016"/>
                </a:lnTo>
                <a:cubicBezTo>
                  <a:pt x="160734" y="115137"/>
                  <a:pt x="152753" y="107156"/>
                  <a:pt x="142875" y="107156"/>
                </a:cubicBezTo>
                <a:cubicBezTo>
                  <a:pt x="132997" y="107156"/>
                  <a:pt x="125016" y="115137"/>
                  <a:pt x="125016" y="125016"/>
                </a:cubicBezTo>
                <a:lnTo>
                  <a:pt x="125016" y="165199"/>
                </a:lnTo>
                <a:close/>
                <a:moveTo>
                  <a:pt x="232172" y="165199"/>
                </a:moveTo>
                <a:lnTo>
                  <a:pt x="232172" y="125016"/>
                </a:lnTo>
                <a:cubicBezTo>
                  <a:pt x="232172" y="115137"/>
                  <a:pt x="224191" y="107156"/>
                  <a:pt x="214313" y="107156"/>
                </a:cubicBezTo>
                <a:cubicBezTo>
                  <a:pt x="204434" y="107156"/>
                  <a:pt x="196453" y="115137"/>
                  <a:pt x="196453" y="125016"/>
                </a:cubicBezTo>
                <a:lnTo>
                  <a:pt x="196453" y="191765"/>
                </a:lnTo>
                <a:cubicBezTo>
                  <a:pt x="196453" y="223689"/>
                  <a:pt x="217605" y="251706"/>
                  <a:pt x="248245" y="260468"/>
                </a:cubicBezTo>
                <a:lnTo>
                  <a:pt x="334417" y="285080"/>
                </a:lnTo>
                <a:cubicBezTo>
                  <a:pt x="339830" y="286643"/>
                  <a:pt x="345579" y="285527"/>
                  <a:pt x="350100" y="282178"/>
                </a:cubicBezTo>
                <a:cubicBezTo>
                  <a:pt x="354620" y="278829"/>
                  <a:pt x="357188" y="273472"/>
                  <a:pt x="357188" y="267891"/>
                </a:cubicBezTo>
                <a:lnTo>
                  <a:pt x="357188" y="214313"/>
                </a:lnTo>
                <a:cubicBezTo>
                  <a:pt x="357188" y="206611"/>
                  <a:pt x="352276" y="199802"/>
                  <a:pt x="344965" y="197346"/>
                </a:cubicBezTo>
                <a:lnTo>
                  <a:pt x="312539" y="186519"/>
                </a:lnTo>
                <a:lnTo>
                  <a:pt x="312539" y="124737"/>
                </a:lnTo>
                <a:cubicBezTo>
                  <a:pt x="312539" y="108552"/>
                  <a:pt x="307349" y="92757"/>
                  <a:pt x="297749" y="79697"/>
                </a:cubicBezTo>
                <a:lnTo>
                  <a:pt x="245678" y="9097"/>
                </a:lnTo>
                <a:cubicBezTo>
                  <a:pt x="238367" y="-837"/>
                  <a:pt x="224414" y="-2958"/>
                  <a:pt x="214480" y="4353"/>
                </a:cubicBezTo>
                <a:cubicBezTo>
                  <a:pt x="204546" y="11664"/>
                  <a:pt x="202425" y="25617"/>
                  <a:pt x="209736" y="35551"/>
                </a:cubicBezTo>
                <a:lnTo>
                  <a:pt x="258961" y="102357"/>
                </a:lnTo>
                <a:lnTo>
                  <a:pt x="258961" y="165199"/>
                </a:lnTo>
                <a:cubicBezTo>
                  <a:pt x="258961" y="172622"/>
                  <a:pt x="252989" y="178594"/>
                  <a:pt x="245566" y="178594"/>
                </a:cubicBezTo>
                <a:cubicBezTo>
                  <a:pt x="238144" y="178594"/>
                  <a:pt x="232172" y="172622"/>
                  <a:pt x="232172" y="165199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4" name="Text 31"/>
          <p:cNvSpPr/>
          <p:nvPr/>
        </p:nvSpPr>
        <p:spPr>
          <a:xfrm>
            <a:off x="10674310" y="60579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3" name="Shape 1"/>
          <p:cNvSpPr/>
          <p:nvPr/>
        </p:nvSpPr>
        <p:spPr>
          <a:xfrm>
            <a:off x="527447" y="5810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94710" y="126969"/>
                </a:moveTo>
                <a:cubicBezTo>
                  <a:pt x="113854" y="137406"/>
                  <a:pt x="130708" y="151581"/>
                  <a:pt x="144270" y="168548"/>
                </a:cubicBezTo>
                <a:cubicBezTo>
                  <a:pt x="150465" y="176306"/>
                  <a:pt x="155990" y="184677"/>
                  <a:pt x="160679" y="193551"/>
                </a:cubicBezTo>
                <a:cubicBezTo>
                  <a:pt x="165422" y="184677"/>
                  <a:pt x="170892" y="176361"/>
                  <a:pt x="177087" y="168548"/>
                </a:cubicBezTo>
                <a:cubicBezTo>
                  <a:pt x="190649" y="151526"/>
                  <a:pt x="207504" y="137350"/>
                  <a:pt x="226647" y="126969"/>
                </a:cubicBezTo>
                <a:cubicBezTo>
                  <a:pt x="249920" y="114300"/>
                  <a:pt x="276541" y="107156"/>
                  <a:pt x="304614" y="107156"/>
                </a:cubicBezTo>
                <a:lnTo>
                  <a:pt x="310139" y="107156"/>
                </a:lnTo>
                <a:cubicBezTo>
                  <a:pt x="316334" y="107156"/>
                  <a:pt x="321357" y="112179"/>
                  <a:pt x="321357" y="118374"/>
                </a:cubicBezTo>
                <a:cubicBezTo>
                  <a:pt x="321357" y="200974"/>
                  <a:pt x="254440" y="267891"/>
                  <a:pt x="171841" y="267891"/>
                </a:cubicBezTo>
                <a:lnTo>
                  <a:pt x="149405" y="267891"/>
                </a:lnTo>
                <a:cubicBezTo>
                  <a:pt x="66917" y="267891"/>
                  <a:pt x="0" y="200974"/>
                  <a:pt x="0" y="118374"/>
                </a:cubicBezTo>
                <a:cubicBezTo>
                  <a:pt x="0" y="112179"/>
                  <a:pt x="5023" y="107156"/>
                  <a:pt x="11218" y="107156"/>
                </a:cubicBezTo>
                <a:lnTo>
                  <a:pt x="16743" y="107156"/>
                </a:lnTo>
                <a:cubicBezTo>
                  <a:pt x="44872" y="107156"/>
                  <a:pt x="71493" y="114300"/>
                  <a:pt x="94710" y="126969"/>
                </a:cubicBezTo>
                <a:close/>
                <a:moveTo>
                  <a:pt x="169608" y="21208"/>
                </a:moveTo>
                <a:cubicBezTo>
                  <a:pt x="179040" y="30082"/>
                  <a:pt x="203876" y="56592"/>
                  <a:pt x="219280" y="100626"/>
                </a:cubicBezTo>
                <a:cubicBezTo>
                  <a:pt x="196900" y="111900"/>
                  <a:pt x="176975" y="127527"/>
                  <a:pt x="160734" y="146447"/>
                </a:cubicBezTo>
                <a:cubicBezTo>
                  <a:pt x="144438" y="127527"/>
                  <a:pt x="124569" y="111956"/>
                  <a:pt x="102189" y="100626"/>
                </a:cubicBezTo>
                <a:cubicBezTo>
                  <a:pt x="117593" y="56592"/>
                  <a:pt x="142484" y="30082"/>
                  <a:pt x="151860" y="21208"/>
                </a:cubicBezTo>
                <a:cubicBezTo>
                  <a:pt x="154260" y="18920"/>
                  <a:pt x="157442" y="17859"/>
                  <a:pt x="160734" y="17859"/>
                </a:cubicBezTo>
                <a:cubicBezTo>
                  <a:pt x="164027" y="17859"/>
                  <a:pt x="167208" y="18976"/>
                  <a:pt x="169608" y="212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81000"/>
            <a:ext cx="427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8B73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Naqshbandiya Tariqati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609600"/>
            <a:ext cx="4429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Asosiy Tamoyillar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162675" cy="2247900"/>
          </a:xfrm>
          <a:custGeom>
            <a:avLst/>
            <a:gdLst/>
            <a:ahLst/>
            <a:cxnLst/>
            <a:rect l="l" t="t" r="r" b="b"/>
            <a:pathLst>
              <a:path w="6162675" h="2247900">
                <a:moveTo>
                  <a:pt x="152408" y="0"/>
                </a:moveTo>
                <a:lnTo>
                  <a:pt x="6010267" y="0"/>
                </a:lnTo>
                <a:cubicBezTo>
                  <a:pt x="6094440" y="0"/>
                  <a:pt x="6162675" y="68235"/>
                  <a:pt x="6162675" y="152408"/>
                </a:cubicBezTo>
                <a:lnTo>
                  <a:pt x="6162675" y="2095492"/>
                </a:lnTo>
                <a:cubicBezTo>
                  <a:pt x="6162675" y="2179665"/>
                  <a:pt x="6094440" y="2247900"/>
                  <a:pt x="6010267" y="2247900"/>
                </a:cubicBezTo>
                <a:lnTo>
                  <a:pt x="152408" y="2247900"/>
                </a:lnTo>
                <a:cubicBezTo>
                  <a:pt x="68235" y="2247900"/>
                  <a:pt x="0" y="2179665"/>
                  <a:pt x="0" y="20954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8B7355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96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1638300"/>
            <a:ext cx="1885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5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Asosiy Tamoyil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8650" y="2209800"/>
            <a:ext cx="5686425" cy="1104900"/>
          </a:xfrm>
          <a:custGeom>
            <a:avLst/>
            <a:gdLst/>
            <a:ahLst/>
            <a:cxnLst/>
            <a:rect l="l" t="t" r="r" b="b"/>
            <a:pathLst>
              <a:path w="5686425" h="1104900">
                <a:moveTo>
                  <a:pt x="38100" y="0"/>
                </a:moveTo>
                <a:lnTo>
                  <a:pt x="5572123" y="0"/>
                </a:lnTo>
                <a:cubicBezTo>
                  <a:pt x="5635250" y="0"/>
                  <a:pt x="5686425" y="51175"/>
                  <a:pt x="5686425" y="114302"/>
                </a:cubicBezTo>
                <a:lnTo>
                  <a:pt x="5686425" y="990598"/>
                </a:lnTo>
                <a:cubicBezTo>
                  <a:pt x="5686425" y="1053725"/>
                  <a:pt x="5635250" y="1104900"/>
                  <a:pt x="5572123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8650" y="22098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12" name="Text 10"/>
          <p:cNvSpPr/>
          <p:nvPr/>
        </p:nvSpPr>
        <p:spPr>
          <a:xfrm>
            <a:off x="766763" y="2400300"/>
            <a:ext cx="542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9A96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"Dil ba yoru, dast ba kor"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0575" y="2857500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5F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Ko'ngil Allohda, qo'l mehnatda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3733800"/>
            <a:ext cx="2962275" cy="2057400"/>
          </a:xfrm>
          <a:custGeom>
            <a:avLst/>
            <a:gdLst/>
            <a:ahLst/>
            <a:cxnLst/>
            <a:rect l="l" t="t" r="r" b="b"/>
            <a:pathLst>
              <a:path w="2962275" h="2057400">
                <a:moveTo>
                  <a:pt x="38100" y="0"/>
                </a:moveTo>
                <a:lnTo>
                  <a:pt x="2809883" y="0"/>
                </a:lnTo>
                <a:cubicBezTo>
                  <a:pt x="2894047" y="0"/>
                  <a:pt x="2962275" y="68228"/>
                  <a:pt x="2962275" y="152392"/>
                </a:cubicBezTo>
                <a:lnTo>
                  <a:pt x="2962275" y="1905008"/>
                </a:lnTo>
                <a:cubicBezTo>
                  <a:pt x="2962275" y="1989172"/>
                  <a:pt x="2894047" y="2057400"/>
                  <a:pt x="2809883" y="2057400"/>
                </a:cubicBez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0050" y="3733800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3810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" y="403979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962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09613" y="415409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157163"/>
                </a:moveTo>
                <a:lnTo>
                  <a:pt x="42863" y="157163"/>
                </a:lnTo>
                <a:lnTo>
                  <a:pt x="102736" y="210383"/>
                </a:lnTo>
                <a:cubicBezTo>
                  <a:pt x="105594" y="212928"/>
                  <a:pt x="109255" y="214313"/>
                  <a:pt x="113050" y="214313"/>
                </a:cubicBezTo>
                <a:cubicBezTo>
                  <a:pt x="121622" y="214313"/>
                  <a:pt x="128588" y="207347"/>
                  <a:pt x="128588" y="198775"/>
                </a:cubicBezTo>
                <a:lnTo>
                  <a:pt x="128588" y="29825"/>
                </a:lnTo>
                <a:cubicBezTo>
                  <a:pt x="128588" y="21253"/>
                  <a:pt x="121622" y="14288"/>
                  <a:pt x="113050" y="14288"/>
                </a:cubicBezTo>
                <a:cubicBezTo>
                  <a:pt x="109255" y="14288"/>
                  <a:pt x="105594" y="15672"/>
                  <a:pt x="102736" y="18217"/>
                </a:cubicBezTo>
                <a:lnTo>
                  <a:pt x="42863" y="71438"/>
                </a:lnTo>
                <a:lnTo>
                  <a:pt x="21431" y="71438"/>
                </a:lnTo>
                <a:cubicBezTo>
                  <a:pt x="9599" y="71438"/>
                  <a:pt x="0" y="81037"/>
                  <a:pt x="0" y="92869"/>
                </a:cubicBezTo>
                <a:lnTo>
                  <a:pt x="0" y="135731"/>
                </a:lnTo>
                <a:cubicBezTo>
                  <a:pt x="0" y="147563"/>
                  <a:pt x="9599" y="157163"/>
                  <a:pt x="21431" y="157163"/>
                </a:cubicBezTo>
                <a:close/>
                <a:moveTo>
                  <a:pt x="163860" y="78135"/>
                </a:moveTo>
                <a:cubicBezTo>
                  <a:pt x="159663" y="82332"/>
                  <a:pt x="159663" y="89118"/>
                  <a:pt x="163860" y="93271"/>
                </a:cubicBezTo>
                <a:lnTo>
                  <a:pt x="184845" y="114255"/>
                </a:lnTo>
                <a:lnTo>
                  <a:pt x="163860" y="135240"/>
                </a:lnTo>
                <a:cubicBezTo>
                  <a:pt x="159663" y="139437"/>
                  <a:pt x="159663" y="146224"/>
                  <a:pt x="163860" y="150376"/>
                </a:cubicBezTo>
                <a:cubicBezTo>
                  <a:pt x="168057" y="154528"/>
                  <a:pt x="174843" y="154573"/>
                  <a:pt x="178996" y="150376"/>
                </a:cubicBezTo>
                <a:lnTo>
                  <a:pt x="199980" y="129391"/>
                </a:lnTo>
                <a:lnTo>
                  <a:pt x="220965" y="150376"/>
                </a:lnTo>
                <a:cubicBezTo>
                  <a:pt x="225162" y="154573"/>
                  <a:pt x="231949" y="154573"/>
                  <a:pt x="236101" y="150376"/>
                </a:cubicBezTo>
                <a:cubicBezTo>
                  <a:pt x="240253" y="146179"/>
                  <a:pt x="240298" y="139392"/>
                  <a:pt x="236101" y="135240"/>
                </a:cubicBezTo>
                <a:lnTo>
                  <a:pt x="215116" y="114255"/>
                </a:lnTo>
                <a:lnTo>
                  <a:pt x="236101" y="93271"/>
                </a:lnTo>
                <a:cubicBezTo>
                  <a:pt x="240298" y="89074"/>
                  <a:pt x="240298" y="82287"/>
                  <a:pt x="236101" y="78135"/>
                </a:cubicBezTo>
                <a:cubicBezTo>
                  <a:pt x="231904" y="73982"/>
                  <a:pt x="225117" y="73938"/>
                  <a:pt x="220965" y="78135"/>
                </a:cubicBezTo>
                <a:lnTo>
                  <a:pt x="199980" y="99120"/>
                </a:lnTo>
                <a:lnTo>
                  <a:pt x="178996" y="78135"/>
                </a:lnTo>
                <a:cubicBezTo>
                  <a:pt x="174799" y="73938"/>
                  <a:pt x="168012" y="73938"/>
                  <a:pt x="163860" y="78135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4135041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Jim Zikr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649391"/>
            <a:ext cx="26479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8B73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Ichki zikr</a:t>
            </a:r>
            <a:r>
              <a:rPr lang="en-US" sz="13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uslubi - ovoz chiqarmasdan, ichki dunyoda Allohni zikr etish.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75685" y="3733800"/>
            <a:ext cx="2962275" cy="2057400"/>
          </a:xfrm>
          <a:custGeom>
            <a:avLst/>
            <a:gdLst/>
            <a:ahLst/>
            <a:cxnLst/>
            <a:rect l="l" t="t" r="r" b="b"/>
            <a:pathLst>
              <a:path w="2962275" h="2057400">
                <a:moveTo>
                  <a:pt x="38100" y="0"/>
                </a:moveTo>
                <a:lnTo>
                  <a:pt x="2809883" y="0"/>
                </a:lnTo>
                <a:cubicBezTo>
                  <a:pt x="2894047" y="0"/>
                  <a:pt x="2962275" y="68228"/>
                  <a:pt x="2962275" y="152392"/>
                </a:cubicBezTo>
                <a:lnTo>
                  <a:pt x="2962275" y="1905008"/>
                </a:lnTo>
                <a:cubicBezTo>
                  <a:pt x="2962275" y="1989172"/>
                  <a:pt x="2894047" y="2057400"/>
                  <a:pt x="2809883" y="2057400"/>
                </a:cubicBez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75685" y="3733800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3810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22" name="Shape 20"/>
          <p:cNvSpPr/>
          <p:nvPr/>
        </p:nvSpPr>
        <p:spPr>
          <a:xfrm>
            <a:off x="3785235" y="41790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7355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899535" y="429339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71438"/>
                </a:moveTo>
                <a:lnTo>
                  <a:pt x="228555" y="103852"/>
                </a:lnTo>
                <a:cubicBezTo>
                  <a:pt x="228555" y="123855"/>
                  <a:pt x="220697" y="142741"/>
                  <a:pt x="207169" y="156716"/>
                </a:cubicBezTo>
                <a:cubicBezTo>
                  <a:pt x="207035" y="122337"/>
                  <a:pt x="189265" y="90458"/>
                  <a:pt x="160109" y="72197"/>
                </a:cubicBezTo>
                <a:lnTo>
                  <a:pt x="159261" y="71661"/>
                </a:lnTo>
                <a:cubicBezTo>
                  <a:pt x="160377" y="70009"/>
                  <a:pt x="160511" y="67821"/>
                  <a:pt x="159440" y="65990"/>
                </a:cubicBezTo>
                <a:lnTo>
                  <a:pt x="131758" y="18038"/>
                </a:lnTo>
                <a:cubicBezTo>
                  <a:pt x="128811" y="12903"/>
                  <a:pt x="130552" y="6340"/>
                  <a:pt x="135687" y="3393"/>
                </a:cubicBezTo>
                <a:cubicBezTo>
                  <a:pt x="140821" y="446"/>
                  <a:pt x="147340" y="2232"/>
                  <a:pt x="150287" y="7367"/>
                </a:cubicBezTo>
                <a:lnTo>
                  <a:pt x="180648" y="59963"/>
                </a:lnTo>
                <a:lnTo>
                  <a:pt x="180648" y="59963"/>
                </a:lnTo>
                <a:lnTo>
                  <a:pt x="180648" y="59963"/>
                </a:lnTo>
                <a:lnTo>
                  <a:pt x="199980" y="93449"/>
                </a:lnTo>
                <a:lnTo>
                  <a:pt x="200025" y="71438"/>
                </a:lnTo>
                <a:cubicBezTo>
                  <a:pt x="200025" y="63535"/>
                  <a:pt x="206454" y="57150"/>
                  <a:pt x="214313" y="57150"/>
                </a:cubicBezTo>
                <a:cubicBezTo>
                  <a:pt x="222171" y="57150"/>
                  <a:pt x="228600" y="63579"/>
                  <a:pt x="228600" y="71438"/>
                </a:cubicBezTo>
                <a:close/>
                <a:moveTo>
                  <a:pt x="133231" y="55453"/>
                </a:moveTo>
                <a:cubicBezTo>
                  <a:pt x="126936" y="51524"/>
                  <a:pt x="119926" y="49783"/>
                  <a:pt x="113050" y="50051"/>
                </a:cubicBezTo>
                <a:lnTo>
                  <a:pt x="96753" y="21788"/>
                </a:lnTo>
                <a:cubicBezTo>
                  <a:pt x="93806" y="16654"/>
                  <a:pt x="95548" y="10091"/>
                  <a:pt x="100682" y="7144"/>
                </a:cubicBezTo>
                <a:cubicBezTo>
                  <a:pt x="105817" y="4197"/>
                  <a:pt x="112380" y="5938"/>
                  <a:pt x="115327" y="11073"/>
                </a:cubicBezTo>
                <a:lnTo>
                  <a:pt x="145286" y="62954"/>
                </a:lnTo>
                <a:lnTo>
                  <a:pt x="133231" y="55409"/>
                </a:lnTo>
                <a:close/>
                <a:moveTo>
                  <a:pt x="94610" y="39514"/>
                </a:moveTo>
                <a:lnTo>
                  <a:pt x="101932" y="52194"/>
                </a:lnTo>
                <a:cubicBezTo>
                  <a:pt x="95190" y="54650"/>
                  <a:pt x="89163" y="59159"/>
                  <a:pt x="84832" y="65455"/>
                </a:cubicBezTo>
                <a:lnTo>
                  <a:pt x="76036" y="50185"/>
                </a:lnTo>
                <a:cubicBezTo>
                  <a:pt x="73089" y="45050"/>
                  <a:pt x="74831" y="38487"/>
                  <a:pt x="79965" y="35540"/>
                </a:cubicBezTo>
                <a:cubicBezTo>
                  <a:pt x="85100" y="32593"/>
                  <a:pt x="91663" y="34335"/>
                  <a:pt x="94610" y="39469"/>
                </a:cubicBezTo>
                <a:close/>
                <a:moveTo>
                  <a:pt x="73893" y="67955"/>
                </a:moveTo>
                <a:lnTo>
                  <a:pt x="79474" y="77644"/>
                </a:lnTo>
                <a:cubicBezTo>
                  <a:pt x="78581" y="81483"/>
                  <a:pt x="78358" y="85457"/>
                  <a:pt x="78715" y="89297"/>
                </a:cubicBezTo>
                <a:lnTo>
                  <a:pt x="76795" y="89297"/>
                </a:lnTo>
                <a:lnTo>
                  <a:pt x="76795" y="89297"/>
                </a:lnTo>
                <a:lnTo>
                  <a:pt x="61436" y="89297"/>
                </a:lnTo>
                <a:lnTo>
                  <a:pt x="55319" y="78671"/>
                </a:lnTo>
                <a:cubicBezTo>
                  <a:pt x="52373" y="73536"/>
                  <a:pt x="54114" y="66973"/>
                  <a:pt x="59248" y="64026"/>
                </a:cubicBezTo>
                <a:cubicBezTo>
                  <a:pt x="64383" y="61079"/>
                  <a:pt x="70946" y="62820"/>
                  <a:pt x="73893" y="67955"/>
                </a:cubicBezTo>
                <a:close/>
                <a:moveTo>
                  <a:pt x="102200" y="78135"/>
                </a:moveTo>
                <a:cubicBezTo>
                  <a:pt x="106397" y="71438"/>
                  <a:pt x="115193" y="69428"/>
                  <a:pt x="121890" y="73581"/>
                </a:cubicBezTo>
                <a:lnTo>
                  <a:pt x="148769" y="90368"/>
                </a:lnTo>
                <a:cubicBezTo>
                  <a:pt x="171763" y="104790"/>
                  <a:pt x="185738" y="130016"/>
                  <a:pt x="185738" y="157163"/>
                </a:cubicBezTo>
                <a:lnTo>
                  <a:pt x="185738" y="160734"/>
                </a:lnTo>
                <a:cubicBezTo>
                  <a:pt x="185738" y="198194"/>
                  <a:pt x="155332" y="228600"/>
                  <a:pt x="117872" y="228600"/>
                </a:cubicBezTo>
                <a:lnTo>
                  <a:pt x="39291" y="228600"/>
                </a:lnTo>
                <a:cubicBezTo>
                  <a:pt x="33352" y="228600"/>
                  <a:pt x="28575" y="223823"/>
                  <a:pt x="28575" y="217884"/>
                </a:cubicBezTo>
                <a:cubicBezTo>
                  <a:pt x="28575" y="211946"/>
                  <a:pt x="33352" y="207169"/>
                  <a:pt x="39291" y="207169"/>
                </a:cubicBezTo>
                <a:lnTo>
                  <a:pt x="80367" y="207169"/>
                </a:lnTo>
                <a:cubicBezTo>
                  <a:pt x="83314" y="207169"/>
                  <a:pt x="85725" y="204758"/>
                  <a:pt x="85725" y="201811"/>
                </a:cubicBezTo>
                <a:cubicBezTo>
                  <a:pt x="85725" y="198864"/>
                  <a:pt x="83314" y="196453"/>
                  <a:pt x="80367" y="196453"/>
                </a:cubicBezTo>
                <a:lnTo>
                  <a:pt x="25003" y="196453"/>
                </a:lnTo>
                <a:cubicBezTo>
                  <a:pt x="19065" y="196453"/>
                  <a:pt x="14288" y="191676"/>
                  <a:pt x="14288" y="185738"/>
                </a:cubicBezTo>
                <a:cubicBezTo>
                  <a:pt x="14288" y="179799"/>
                  <a:pt x="19065" y="175022"/>
                  <a:pt x="25003" y="175022"/>
                </a:cubicBezTo>
                <a:lnTo>
                  <a:pt x="80367" y="175022"/>
                </a:lnTo>
                <a:cubicBezTo>
                  <a:pt x="83314" y="175022"/>
                  <a:pt x="85725" y="172611"/>
                  <a:pt x="85725" y="169664"/>
                </a:cubicBezTo>
                <a:cubicBezTo>
                  <a:pt x="85725" y="166717"/>
                  <a:pt x="83314" y="164306"/>
                  <a:pt x="80367" y="164306"/>
                </a:cubicBezTo>
                <a:lnTo>
                  <a:pt x="10716" y="164306"/>
                </a:lnTo>
                <a:cubicBezTo>
                  <a:pt x="4777" y="164306"/>
                  <a:pt x="0" y="159529"/>
                  <a:pt x="0" y="153591"/>
                </a:cubicBezTo>
                <a:cubicBezTo>
                  <a:pt x="0" y="147652"/>
                  <a:pt x="4777" y="142875"/>
                  <a:pt x="10716" y="142875"/>
                </a:cubicBezTo>
                <a:lnTo>
                  <a:pt x="80367" y="142875"/>
                </a:lnTo>
                <a:cubicBezTo>
                  <a:pt x="83314" y="142875"/>
                  <a:pt x="85725" y="140464"/>
                  <a:pt x="85725" y="137517"/>
                </a:cubicBezTo>
                <a:cubicBezTo>
                  <a:pt x="85725" y="134570"/>
                  <a:pt x="83314" y="132159"/>
                  <a:pt x="80367" y="132159"/>
                </a:cubicBezTo>
                <a:lnTo>
                  <a:pt x="25003" y="132159"/>
                </a:lnTo>
                <a:cubicBezTo>
                  <a:pt x="19065" y="132159"/>
                  <a:pt x="14288" y="127382"/>
                  <a:pt x="14288" y="121444"/>
                </a:cubicBezTo>
                <a:cubicBezTo>
                  <a:pt x="14288" y="115506"/>
                  <a:pt x="19065" y="110728"/>
                  <a:pt x="25003" y="110728"/>
                </a:cubicBezTo>
                <a:lnTo>
                  <a:pt x="85725" y="110728"/>
                </a:lnTo>
                <a:lnTo>
                  <a:pt x="85725" y="110728"/>
                </a:lnTo>
                <a:lnTo>
                  <a:pt x="85725" y="110728"/>
                </a:lnTo>
                <a:lnTo>
                  <a:pt x="127337" y="110728"/>
                </a:lnTo>
                <a:lnTo>
                  <a:pt x="106710" y="97825"/>
                </a:lnTo>
                <a:cubicBezTo>
                  <a:pt x="100013" y="93628"/>
                  <a:pt x="98003" y="84832"/>
                  <a:pt x="102156" y="78135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24" name="Text 22"/>
          <p:cNvSpPr/>
          <p:nvPr/>
        </p:nvSpPr>
        <p:spPr>
          <a:xfrm>
            <a:off x="4356735" y="4274344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Halol Mehnat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85235" y="4788694"/>
            <a:ext cx="26479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Halol mehnat va pok hayotga</a:t>
            </a:r>
            <a:r>
              <a:rPr lang="en-US" sz="13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katta ahamiyat beriladi.</a:t>
            </a:r>
            <a:endParaRPr lang="en-US" sz="1600" dirty="0"/>
          </a:p>
        </p:txBody>
      </p:sp>
      <p:pic>
        <p:nvPicPr>
          <p:cNvPr id="26" name="Image 0" descr="https://kimi-web-img.moonshot.cn/img/uzbek-travel.com/9056641bc8fae0b37cfe11b984b3141ba3deb191.jpg"/>
          <p:cNvPicPr>
            <a:picLocks noChangeAspect="1"/>
          </p:cNvPicPr>
          <p:nvPr/>
        </p:nvPicPr>
        <p:blipFill>
          <a:blip r:embed="rId3"/>
          <a:srcRect l="12791" r="12791"/>
          <a:stretch/>
        </p:blipFill>
        <p:spPr>
          <a:xfrm>
            <a:off x="6770370" y="1295400"/>
            <a:ext cx="5038725" cy="4495800"/>
          </a:xfrm>
          <a:prstGeom prst="roundRect">
            <a:avLst>
              <a:gd name="adj" fmla="val 3390"/>
            </a:avLst>
          </a:prstGeom>
        </p:spPr>
      </p:pic>
      <p:sp>
        <p:nvSpPr>
          <p:cNvPr id="27" name="Shape 24"/>
          <p:cNvSpPr/>
          <p:nvPr/>
        </p:nvSpPr>
        <p:spPr>
          <a:xfrm>
            <a:off x="6770370" y="1295400"/>
            <a:ext cx="5038725" cy="4495800"/>
          </a:xfrm>
          <a:custGeom>
            <a:avLst/>
            <a:gdLst/>
            <a:ahLst/>
            <a:cxnLst/>
            <a:rect l="l" t="t" r="r" b="b"/>
            <a:pathLst>
              <a:path w="5038725" h="4495800">
                <a:moveTo>
                  <a:pt x="0" y="0"/>
                </a:moveTo>
                <a:lnTo>
                  <a:pt x="5038725" y="0"/>
                </a:lnTo>
                <a:lnTo>
                  <a:pt x="5038725" y="4495800"/>
                </a:lnTo>
                <a:lnTo>
                  <a:pt x="0" y="4495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0000"/>
                </a:srgbClr>
              </a:gs>
              <a:gs pos="50000">
                <a:srgbClr val="2C3E50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28" name="Shape 25"/>
          <p:cNvSpPr/>
          <p:nvPr/>
        </p:nvSpPr>
        <p:spPr>
          <a:xfrm>
            <a:off x="7075170" y="4053006"/>
            <a:ext cx="4429125" cy="1428750"/>
          </a:xfrm>
          <a:custGeom>
            <a:avLst/>
            <a:gdLst/>
            <a:ahLst/>
            <a:cxnLst/>
            <a:rect l="l" t="t" r="r" b="b"/>
            <a:pathLst>
              <a:path w="4429125" h="1428750">
                <a:moveTo>
                  <a:pt x="114300" y="0"/>
                </a:moveTo>
                <a:lnTo>
                  <a:pt x="4314825" y="0"/>
                </a:lnTo>
                <a:cubicBezTo>
                  <a:pt x="4377909" y="0"/>
                  <a:pt x="4429125" y="51216"/>
                  <a:pt x="4429125" y="114300"/>
                </a:cubicBezTo>
                <a:lnTo>
                  <a:pt x="4429125" y="1314450"/>
                </a:lnTo>
                <a:cubicBezTo>
                  <a:pt x="4429125" y="1377534"/>
                  <a:pt x="4377909" y="1428750"/>
                  <a:pt x="4314825" y="1428750"/>
                </a:cubicBezTo>
                <a:lnTo>
                  <a:pt x="114300" y="1428750"/>
                </a:lnTo>
                <a:cubicBezTo>
                  <a:pt x="51216" y="1428750"/>
                  <a:pt x="0" y="1377534"/>
                  <a:pt x="0" y="13144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7303770" y="4281606"/>
            <a:ext cx="4086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Naqshbandiya Tariqati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303770" y="4700588"/>
            <a:ext cx="40576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Dunyoning eng keng tarqalgan tasavvufiy yo'nalishlaridan biri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2703433" y="5981700"/>
            <a:ext cx="1971675" cy="495300"/>
          </a:xfrm>
          <a:custGeom>
            <a:avLst/>
            <a:gdLst/>
            <a:ahLst/>
            <a:cxnLst/>
            <a:rect l="l" t="t" r="r" b="b"/>
            <a:pathLst>
              <a:path w="1971675" h="495300">
                <a:moveTo>
                  <a:pt x="247650" y="0"/>
                </a:moveTo>
                <a:lnTo>
                  <a:pt x="1724025" y="0"/>
                </a:lnTo>
                <a:cubicBezTo>
                  <a:pt x="1860707" y="0"/>
                  <a:pt x="1971675" y="110968"/>
                  <a:pt x="1971675" y="247650"/>
                </a:cubicBezTo>
                <a:lnTo>
                  <a:pt x="1971675" y="247650"/>
                </a:lnTo>
                <a:cubicBezTo>
                  <a:pt x="1971675" y="384332"/>
                  <a:pt x="1860707" y="495300"/>
                  <a:pt x="1724025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960608" y="6115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324" y="127159"/>
                </a:moveTo>
                <a:cubicBezTo>
                  <a:pt x="24199" y="128096"/>
                  <a:pt x="26343" y="128588"/>
                  <a:pt x="28575" y="128588"/>
                </a:cubicBezTo>
                <a:lnTo>
                  <a:pt x="51212" y="128588"/>
                </a:lnTo>
                <a:cubicBezTo>
                  <a:pt x="55007" y="128588"/>
                  <a:pt x="58623" y="130106"/>
                  <a:pt x="61302" y="132784"/>
                </a:cubicBezTo>
                <a:lnTo>
                  <a:pt x="67241" y="138723"/>
                </a:lnTo>
                <a:cubicBezTo>
                  <a:pt x="69919" y="141402"/>
                  <a:pt x="73536" y="142920"/>
                  <a:pt x="77331" y="142920"/>
                </a:cubicBezTo>
                <a:lnTo>
                  <a:pt x="85680" y="142920"/>
                </a:lnTo>
                <a:cubicBezTo>
                  <a:pt x="93583" y="142920"/>
                  <a:pt x="99968" y="136535"/>
                  <a:pt x="99968" y="128632"/>
                </a:cubicBezTo>
                <a:lnTo>
                  <a:pt x="99968" y="110773"/>
                </a:lnTo>
                <a:cubicBezTo>
                  <a:pt x="99968" y="104835"/>
                  <a:pt x="104745" y="100057"/>
                  <a:pt x="110683" y="100057"/>
                </a:cubicBezTo>
                <a:cubicBezTo>
                  <a:pt x="116622" y="100057"/>
                  <a:pt x="121399" y="95280"/>
                  <a:pt x="121399" y="89342"/>
                </a:cubicBezTo>
                <a:lnTo>
                  <a:pt x="121399" y="70277"/>
                </a:lnTo>
                <a:cubicBezTo>
                  <a:pt x="121399" y="66482"/>
                  <a:pt x="122917" y="62865"/>
                  <a:pt x="125596" y="60186"/>
                </a:cubicBezTo>
                <a:lnTo>
                  <a:pt x="131534" y="54248"/>
                </a:lnTo>
                <a:cubicBezTo>
                  <a:pt x="134213" y="51569"/>
                  <a:pt x="135731" y="47952"/>
                  <a:pt x="135731" y="44157"/>
                </a:cubicBezTo>
                <a:lnTo>
                  <a:pt x="135731" y="25450"/>
                </a:lnTo>
                <a:cubicBezTo>
                  <a:pt x="135731" y="24914"/>
                  <a:pt x="135687" y="24423"/>
                  <a:pt x="135642" y="23887"/>
                </a:cubicBezTo>
                <a:cubicBezTo>
                  <a:pt x="128766" y="22280"/>
                  <a:pt x="121622" y="21431"/>
                  <a:pt x="114300" y="21431"/>
                </a:cubicBezTo>
                <a:cubicBezTo>
                  <a:pt x="62999" y="21431"/>
                  <a:pt x="21431" y="62999"/>
                  <a:pt x="21431" y="114300"/>
                </a:cubicBezTo>
                <a:cubicBezTo>
                  <a:pt x="21431" y="118676"/>
                  <a:pt x="21744" y="122962"/>
                  <a:pt x="22324" y="127159"/>
                </a:cubicBezTo>
                <a:close/>
                <a:moveTo>
                  <a:pt x="202391" y="143813"/>
                </a:moveTo>
                <a:cubicBezTo>
                  <a:pt x="200963" y="143188"/>
                  <a:pt x="199400" y="142875"/>
                  <a:pt x="197703" y="142875"/>
                </a:cubicBezTo>
                <a:lnTo>
                  <a:pt x="192881" y="142875"/>
                </a:lnTo>
                <a:cubicBezTo>
                  <a:pt x="188952" y="142875"/>
                  <a:pt x="185738" y="139660"/>
                  <a:pt x="185738" y="135731"/>
                </a:cubicBezTo>
                <a:cubicBezTo>
                  <a:pt x="185738" y="131802"/>
                  <a:pt x="182523" y="128588"/>
                  <a:pt x="178594" y="128588"/>
                </a:cubicBezTo>
                <a:lnTo>
                  <a:pt x="163101" y="128588"/>
                </a:lnTo>
                <a:cubicBezTo>
                  <a:pt x="159306" y="128588"/>
                  <a:pt x="155689" y="130106"/>
                  <a:pt x="153010" y="132784"/>
                </a:cubicBezTo>
                <a:lnTo>
                  <a:pt x="132784" y="153010"/>
                </a:lnTo>
                <a:cubicBezTo>
                  <a:pt x="130106" y="155689"/>
                  <a:pt x="128588" y="159306"/>
                  <a:pt x="128588" y="163101"/>
                </a:cubicBezTo>
                <a:lnTo>
                  <a:pt x="128588" y="171450"/>
                </a:lnTo>
                <a:cubicBezTo>
                  <a:pt x="128588" y="179353"/>
                  <a:pt x="134972" y="185738"/>
                  <a:pt x="142875" y="185738"/>
                </a:cubicBezTo>
                <a:lnTo>
                  <a:pt x="151224" y="185738"/>
                </a:lnTo>
                <a:cubicBezTo>
                  <a:pt x="155019" y="185738"/>
                  <a:pt x="158636" y="187256"/>
                  <a:pt x="161315" y="189934"/>
                </a:cubicBezTo>
                <a:cubicBezTo>
                  <a:pt x="162297" y="190917"/>
                  <a:pt x="163413" y="191765"/>
                  <a:pt x="164574" y="192390"/>
                </a:cubicBezTo>
                <a:cubicBezTo>
                  <a:pt x="182121" y="181049"/>
                  <a:pt x="195605" y="163994"/>
                  <a:pt x="202347" y="143813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57150" y="164306"/>
                </a:moveTo>
                <a:cubicBezTo>
                  <a:pt x="57150" y="168235"/>
                  <a:pt x="60365" y="171450"/>
                  <a:pt x="64294" y="171450"/>
                </a:cubicBezTo>
                <a:lnTo>
                  <a:pt x="78581" y="171450"/>
                </a:lnTo>
                <a:cubicBezTo>
                  <a:pt x="82510" y="171450"/>
                  <a:pt x="85725" y="168235"/>
                  <a:pt x="85725" y="164306"/>
                </a:cubicBezTo>
                <a:cubicBezTo>
                  <a:pt x="85725" y="160377"/>
                  <a:pt x="82510" y="157163"/>
                  <a:pt x="78581" y="157163"/>
                </a:cubicBezTo>
                <a:lnTo>
                  <a:pt x="64294" y="157163"/>
                </a:lnTo>
                <a:cubicBezTo>
                  <a:pt x="60365" y="157163"/>
                  <a:pt x="57150" y="160377"/>
                  <a:pt x="57150" y="164306"/>
                </a:cubicBezTo>
                <a:close/>
                <a:moveTo>
                  <a:pt x="121444" y="114300"/>
                </a:moveTo>
                <a:cubicBezTo>
                  <a:pt x="117515" y="114300"/>
                  <a:pt x="114300" y="117515"/>
                  <a:pt x="114300" y="121444"/>
                </a:cubicBezTo>
                <a:lnTo>
                  <a:pt x="114300" y="135731"/>
                </a:lnTo>
                <a:cubicBezTo>
                  <a:pt x="114300" y="139660"/>
                  <a:pt x="117515" y="142875"/>
                  <a:pt x="121444" y="142875"/>
                </a:cubicBezTo>
                <a:cubicBezTo>
                  <a:pt x="125373" y="142875"/>
                  <a:pt x="128588" y="139660"/>
                  <a:pt x="128588" y="135731"/>
                </a:cubicBezTo>
                <a:lnTo>
                  <a:pt x="128588" y="121444"/>
                </a:lnTo>
                <a:cubicBezTo>
                  <a:pt x="128588" y="117515"/>
                  <a:pt x="125373" y="114300"/>
                  <a:pt x="121444" y="114300"/>
                </a:cubicBezTo>
                <a:close/>
                <a:moveTo>
                  <a:pt x="142875" y="64294"/>
                </a:moveTo>
                <a:lnTo>
                  <a:pt x="142875" y="78581"/>
                </a:lnTo>
                <a:cubicBezTo>
                  <a:pt x="142875" y="82510"/>
                  <a:pt x="146090" y="85725"/>
                  <a:pt x="150019" y="85725"/>
                </a:cubicBezTo>
                <a:cubicBezTo>
                  <a:pt x="153948" y="85725"/>
                  <a:pt x="157163" y="82510"/>
                  <a:pt x="157163" y="78581"/>
                </a:cubicBezTo>
                <a:lnTo>
                  <a:pt x="157163" y="64294"/>
                </a:lnTo>
                <a:cubicBezTo>
                  <a:pt x="157163" y="60365"/>
                  <a:pt x="153948" y="57150"/>
                  <a:pt x="150019" y="57150"/>
                </a:cubicBezTo>
                <a:cubicBezTo>
                  <a:pt x="146090" y="57150"/>
                  <a:pt x="142875" y="60365"/>
                  <a:pt x="142875" y="64294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33" name="Text 30"/>
          <p:cNvSpPr/>
          <p:nvPr/>
        </p:nvSpPr>
        <p:spPr>
          <a:xfrm>
            <a:off x="3332083" y="6096000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Dunyo bo'ylab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905613" y="5981700"/>
            <a:ext cx="2314575" cy="495300"/>
          </a:xfrm>
          <a:custGeom>
            <a:avLst/>
            <a:gdLst/>
            <a:ahLst/>
            <a:cxnLst/>
            <a:rect l="l" t="t" r="r" b="b"/>
            <a:pathLst>
              <a:path w="2314575" h="495300">
                <a:moveTo>
                  <a:pt x="247650" y="0"/>
                </a:moveTo>
                <a:lnTo>
                  <a:pt x="2066925" y="0"/>
                </a:lnTo>
                <a:cubicBezTo>
                  <a:pt x="2203607" y="0"/>
                  <a:pt x="2314575" y="110968"/>
                  <a:pt x="2314575" y="247650"/>
                </a:cubicBezTo>
                <a:lnTo>
                  <a:pt x="2314575" y="247650"/>
                </a:lnTo>
                <a:cubicBezTo>
                  <a:pt x="2314575" y="384332"/>
                  <a:pt x="2203607" y="495300"/>
                  <a:pt x="2066925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134213" y="61150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6" name="Text 33"/>
          <p:cNvSpPr/>
          <p:nvPr/>
        </p:nvSpPr>
        <p:spPr>
          <a:xfrm>
            <a:off x="5534263" y="609600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Millionlab muridlar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445931" y="5981700"/>
            <a:ext cx="2038350" cy="495300"/>
          </a:xfrm>
          <a:custGeom>
            <a:avLst/>
            <a:gdLst/>
            <a:ahLst/>
            <a:cxnLst/>
            <a:rect l="l" t="t" r="r" b="b"/>
            <a:pathLst>
              <a:path w="2038350" h="495300">
                <a:moveTo>
                  <a:pt x="247650" y="0"/>
                </a:moveTo>
                <a:lnTo>
                  <a:pt x="1790700" y="0"/>
                </a:lnTo>
                <a:cubicBezTo>
                  <a:pt x="1927382" y="0"/>
                  <a:pt x="2038350" y="110968"/>
                  <a:pt x="2038350" y="247650"/>
                </a:cubicBezTo>
                <a:lnTo>
                  <a:pt x="2038350" y="247650"/>
                </a:lnTo>
                <a:cubicBezTo>
                  <a:pt x="2038350" y="384332"/>
                  <a:pt x="1927382" y="495300"/>
                  <a:pt x="1790700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674531" y="61150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0" y="114300"/>
                </a:moveTo>
                <a:cubicBezTo>
                  <a:pt x="0" y="74831"/>
                  <a:pt x="31968" y="42863"/>
                  <a:pt x="71438" y="42863"/>
                </a:cubicBezTo>
                <a:cubicBezTo>
                  <a:pt x="93940" y="42863"/>
                  <a:pt x="115104" y="53444"/>
                  <a:pt x="128588" y="71438"/>
                </a:cubicBezTo>
                <a:lnTo>
                  <a:pt x="142875" y="90502"/>
                </a:lnTo>
                <a:lnTo>
                  <a:pt x="157163" y="71438"/>
                </a:lnTo>
                <a:cubicBezTo>
                  <a:pt x="170646" y="53444"/>
                  <a:pt x="191810" y="42863"/>
                  <a:pt x="214313" y="42863"/>
                </a:cubicBezTo>
                <a:cubicBezTo>
                  <a:pt x="253782" y="42863"/>
                  <a:pt x="285750" y="74831"/>
                  <a:pt x="285750" y="114300"/>
                </a:cubicBezTo>
                <a:cubicBezTo>
                  <a:pt x="285750" y="153769"/>
                  <a:pt x="253782" y="185738"/>
                  <a:pt x="214313" y="185738"/>
                </a:cubicBezTo>
                <a:cubicBezTo>
                  <a:pt x="191810" y="185738"/>
                  <a:pt x="170646" y="175156"/>
                  <a:pt x="157163" y="157163"/>
                </a:cubicBezTo>
                <a:lnTo>
                  <a:pt x="142875" y="138098"/>
                </a:lnTo>
                <a:lnTo>
                  <a:pt x="128588" y="157163"/>
                </a:lnTo>
                <a:cubicBezTo>
                  <a:pt x="115104" y="175156"/>
                  <a:pt x="93940" y="185738"/>
                  <a:pt x="71438" y="185738"/>
                </a:cubicBezTo>
                <a:cubicBezTo>
                  <a:pt x="31968" y="185738"/>
                  <a:pt x="0" y="153769"/>
                  <a:pt x="0" y="114300"/>
                </a:cubicBezTo>
                <a:close/>
                <a:moveTo>
                  <a:pt x="125016" y="114300"/>
                </a:moveTo>
                <a:lnTo>
                  <a:pt x="105728" y="88583"/>
                </a:lnTo>
                <a:cubicBezTo>
                  <a:pt x="97646" y="77778"/>
                  <a:pt x="84921" y="71438"/>
                  <a:pt x="71438" y="71438"/>
                </a:cubicBezTo>
                <a:cubicBezTo>
                  <a:pt x="47774" y="71438"/>
                  <a:pt x="28575" y="90636"/>
                  <a:pt x="28575" y="114300"/>
                </a:cubicBezTo>
                <a:cubicBezTo>
                  <a:pt x="28575" y="137964"/>
                  <a:pt x="47774" y="157163"/>
                  <a:pt x="71438" y="157163"/>
                </a:cubicBezTo>
                <a:cubicBezTo>
                  <a:pt x="84921" y="157163"/>
                  <a:pt x="97646" y="150822"/>
                  <a:pt x="105728" y="140018"/>
                </a:cubicBezTo>
                <a:lnTo>
                  <a:pt x="125016" y="114300"/>
                </a:lnTo>
                <a:close/>
                <a:moveTo>
                  <a:pt x="160734" y="114300"/>
                </a:moveTo>
                <a:lnTo>
                  <a:pt x="180023" y="140018"/>
                </a:lnTo>
                <a:cubicBezTo>
                  <a:pt x="188104" y="150822"/>
                  <a:pt x="200829" y="157163"/>
                  <a:pt x="214313" y="157163"/>
                </a:cubicBezTo>
                <a:cubicBezTo>
                  <a:pt x="237976" y="157163"/>
                  <a:pt x="257175" y="137964"/>
                  <a:pt x="257175" y="114300"/>
                </a:cubicBezTo>
                <a:cubicBezTo>
                  <a:pt x="257175" y="90636"/>
                  <a:pt x="237976" y="71438"/>
                  <a:pt x="214313" y="71438"/>
                </a:cubicBezTo>
                <a:cubicBezTo>
                  <a:pt x="200829" y="71438"/>
                  <a:pt x="188104" y="77778"/>
                  <a:pt x="180023" y="88583"/>
                </a:cubicBezTo>
                <a:lnTo>
                  <a:pt x="160734" y="114300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9" name="Text 36"/>
          <p:cNvSpPr/>
          <p:nvPr/>
        </p:nvSpPr>
        <p:spPr>
          <a:xfrm>
            <a:off x="8074581" y="6096000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700+ yillik tarix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" name="Shape 1"/>
          <p:cNvSpPr/>
          <p:nvPr/>
        </p:nvSpPr>
        <p:spPr>
          <a:xfrm>
            <a:off x="581025" y="5810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81000"/>
            <a:ext cx="416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8B73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Asosiy G'oyalari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609600"/>
            <a:ext cx="4314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Ruhiy Tamoyillar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14450"/>
            <a:ext cx="5600700" cy="1838325"/>
          </a:xfrm>
          <a:custGeom>
            <a:avLst/>
            <a:gdLst/>
            <a:ahLst/>
            <a:cxnLst/>
            <a:rect l="l" t="t" r="r" b="b"/>
            <a:pathLst>
              <a:path w="5600700" h="1838325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685928"/>
                </a:lnTo>
                <a:cubicBezTo>
                  <a:pt x="5600700" y="1770038"/>
                  <a:pt x="5532413" y="1838325"/>
                  <a:pt x="54483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1000" y="13144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61389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9A962"/>
              </a:gs>
              <a:gs pos="100000">
                <a:srgbClr val="8B7355"/>
              </a:gs>
            </a:gsLst>
            <a:lin ang="270000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756047" y="177581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6046" y="17301"/>
                </a:moveTo>
                <a:cubicBezTo>
                  <a:pt x="148177" y="6418"/>
                  <a:pt x="135564" y="0"/>
                  <a:pt x="122169" y="0"/>
                </a:cubicBezTo>
                <a:cubicBezTo>
                  <a:pt x="99064" y="0"/>
                  <a:pt x="80367" y="18697"/>
                  <a:pt x="80367" y="41802"/>
                </a:cubicBezTo>
                <a:lnTo>
                  <a:pt x="80367" y="43142"/>
                </a:lnTo>
                <a:cubicBezTo>
                  <a:pt x="80367" y="79084"/>
                  <a:pt x="126132" y="117593"/>
                  <a:pt x="148568" y="134280"/>
                </a:cubicBezTo>
                <a:cubicBezTo>
                  <a:pt x="155823" y="139694"/>
                  <a:pt x="165590" y="139694"/>
                  <a:pt x="172845" y="134280"/>
                </a:cubicBezTo>
                <a:cubicBezTo>
                  <a:pt x="195281" y="117537"/>
                  <a:pt x="241046" y="79084"/>
                  <a:pt x="241046" y="43142"/>
                </a:cubicBezTo>
                <a:lnTo>
                  <a:pt x="241046" y="41802"/>
                </a:lnTo>
                <a:cubicBezTo>
                  <a:pt x="241046" y="18697"/>
                  <a:pt x="222349" y="0"/>
                  <a:pt x="199244" y="0"/>
                </a:cubicBezTo>
                <a:cubicBezTo>
                  <a:pt x="185849" y="0"/>
                  <a:pt x="173236" y="6418"/>
                  <a:pt x="165367" y="17301"/>
                </a:cubicBezTo>
                <a:lnTo>
                  <a:pt x="160734" y="23831"/>
                </a:lnTo>
                <a:lnTo>
                  <a:pt x="156046" y="17301"/>
                </a:lnTo>
                <a:close/>
                <a:moveTo>
                  <a:pt x="61001" y="190593"/>
                </a:moveTo>
                <a:lnTo>
                  <a:pt x="37226" y="214313"/>
                </a:lnTo>
                <a:lnTo>
                  <a:pt x="17859" y="214313"/>
                </a:lnTo>
                <a:cubicBezTo>
                  <a:pt x="7981" y="214313"/>
                  <a:pt x="0" y="222293"/>
                  <a:pt x="0" y="232172"/>
                </a:cubicBezTo>
                <a:lnTo>
                  <a:pt x="0" y="267891"/>
                </a:lnTo>
                <a:cubicBezTo>
                  <a:pt x="0" y="277769"/>
                  <a:pt x="7981" y="285750"/>
                  <a:pt x="17859" y="285750"/>
                </a:cubicBezTo>
                <a:lnTo>
                  <a:pt x="196732" y="285750"/>
                </a:lnTo>
                <a:cubicBezTo>
                  <a:pt x="212917" y="285750"/>
                  <a:pt x="228712" y="280560"/>
                  <a:pt x="241771" y="270960"/>
                </a:cubicBezTo>
                <a:lnTo>
                  <a:pt x="312427" y="218889"/>
                </a:lnTo>
                <a:cubicBezTo>
                  <a:pt x="322362" y="211578"/>
                  <a:pt x="324483" y="197625"/>
                  <a:pt x="317171" y="187691"/>
                </a:cubicBezTo>
                <a:cubicBezTo>
                  <a:pt x="309860" y="177757"/>
                  <a:pt x="295908" y="175636"/>
                  <a:pt x="285973" y="182947"/>
                </a:cubicBezTo>
                <a:lnTo>
                  <a:pt x="219112" y="232172"/>
                </a:lnTo>
                <a:lnTo>
                  <a:pt x="156270" y="232172"/>
                </a:lnTo>
                <a:cubicBezTo>
                  <a:pt x="148847" y="232172"/>
                  <a:pt x="142875" y="226200"/>
                  <a:pt x="142875" y="218777"/>
                </a:cubicBezTo>
                <a:cubicBezTo>
                  <a:pt x="142875" y="211355"/>
                  <a:pt x="148847" y="205383"/>
                  <a:pt x="156270" y="205383"/>
                </a:cubicBezTo>
                <a:lnTo>
                  <a:pt x="196453" y="205383"/>
                </a:lnTo>
                <a:cubicBezTo>
                  <a:pt x="206332" y="205383"/>
                  <a:pt x="214313" y="197402"/>
                  <a:pt x="214313" y="187523"/>
                </a:cubicBezTo>
                <a:cubicBezTo>
                  <a:pt x="214313" y="177645"/>
                  <a:pt x="206332" y="169664"/>
                  <a:pt x="196453" y="169664"/>
                </a:cubicBezTo>
                <a:lnTo>
                  <a:pt x="111509" y="169664"/>
                </a:lnTo>
                <a:cubicBezTo>
                  <a:pt x="92590" y="169664"/>
                  <a:pt x="74395" y="177198"/>
                  <a:pt x="61001" y="1905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613892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Sabr va Kamtarlik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032876"/>
            <a:ext cx="44672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8B73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Sabr va kamtarlik</a:t>
            </a:r>
            <a:r>
              <a:rPr lang="en-US" sz="13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Naqshband ta'limotining asosiy ustunlari. Har qanday sinovga sabr bilan dosh berish va o'zini kamtar tutish.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0300" y="1314450"/>
            <a:ext cx="5600700" cy="1838325"/>
          </a:xfrm>
          <a:custGeom>
            <a:avLst/>
            <a:gdLst/>
            <a:ahLst/>
            <a:cxnLst/>
            <a:rect l="l" t="t" r="r" b="b"/>
            <a:pathLst>
              <a:path w="5600700" h="1838325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685928"/>
                </a:lnTo>
                <a:cubicBezTo>
                  <a:pt x="5600700" y="1770038"/>
                  <a:pt x="5532413" y="1838325"/>
                  <a:pt x="54483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0300" y="1314450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38900" y="175319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8B7355"/>
              </a:gs>
              <a:gs pos="100000">
                <a:srgbClr val="2C3E50"/>
              </a:gs>
            </a:gsLst>
            <a:lin ang="27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6603206" y="191512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11621" y="26789"/>
                </a:moveTo>
                <a:lnTo>
                  <a:pt x="174129" y="26789"/>
                </a:lnTo>
                <a:cubicBezTo>
                  <a:pt x="176585" y="26789"/>
                  <a:pt x="178594" y="28798"/>
                  <a:pt x="178594" y="31254"/>
                </a:cubicBezTo>
                <a:lnTo>
                  <a:pt x="178594" y="53578"/>
                </a:lnTo>
                <a:lnTo>
                  <a:pt x="107156" y="53578"/>
                </a:lnTo>
                <a:lnTo>
                  <a:pt x="107156" y="31254"/>
                </a:lnTo>
                <a:cubicBezTo>
                  <a:pt x="107156" y="28798"/>
                  <a:pt x="109165" y="26789"/>
                  <a:pt x="111621" y="26789"/>
                </a:cubicBezTo>
                <a:close/>
                <a:moveTo>
                  <a:pt x="80367" y="31254"/>
                </a:moveTo>
                <a:lnTo>
                  <a:pt x="80367" y="53578"/>
                </a:lnTo>
                <a:lnTo>
                  <a:pt x="35719" y="53578"/>
                </a:lnTo>
                <a:cubicBezTo>
                  <a:pt x="16018" y="53578"/>
                  <a:pt x="0" y="69596"/>
                  <a:pt x="0" y="89297"/>
                </a:cubicBezTo>
                <a:lnTo>
                  <a:pt x="0" y="142875"/>
                </a:lnTo>
                <a:lnTo>
                  <a:pt x="285750" y="142875"/>
                </a:lnTo>
                <a:lnTo>
                  <a:pt x="285750" y="89297"/>
                </a:lnTo>
                <a:cubicBezTo>
                  <a:pt x="285750" y="69596"/>
                  <a:pt x="269732" y="53578"/>
                  <a:pt x="250031" y="53578"/>
                </a:cubicBezTo>
                <a:lnTo>
                  <a:pt x="205383" y="53578"/>
                </a:lnTo>
                <a:lnTo>
                  <a:pt x="205383" y="31254"/>
                </a:lnTo>
                <a:cubicBezTo>
                  <a:pt x="205383" y="14008"/>
                  <a:pt x="191374" y="0"/>
                  <a:pt x="174129" y="0"/>
                </a:cubicBezTo>
                <a:lnTo>
                  <a:pt x="111621" y="0"/>
                </a:lnTo>
                <a:cubicBezTo>
                  <a:pt x="94376" y="0"/>
                  <a:pt x="80367" y="14008"/>
                  <a:pt x="80367" y="31254"/>
                </a:cubicBezTo>
                <a:close/>
                <a:moveTo>
                  <a:pt x="285750" y="169664"/>
                </a:moveTo>
                <a:lnTo>
                  <a:pt x="178594" y="169664"/>
                </a:lnTo>
                <a:lnTo>
                  <a:pt x="178594" y="178594"/>
                </a:lnTo>
                <a:cubicBezTo>
                  <a:pt x="178594" y="188472"/>
                  <a:pt x="170613" y="196453"/>
                  <a:pt x="160734" y="196453"/>
                </a:cubicBezTo>
                <a:lnTo>
                  <a:pt x="125016" y="196453"/>
                </a:lnTo>
                <a:cubicBezTo>
                  <a:pt x="115137" y="196453"/>
                  <a:pt x="107156" y="188472"/>
                  <a:pt x="107156" y="178594"/>
                </a:cubicBezTo>
                <a:lnTo>
                  <a:pt x="107156" y="169664"/>
                </a:lnTo>
                <a:lnTo>
                  <a:pt x="0" y="169664"/>
                </a:ln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50031" y="267891"/>
                </a:lnTo>
                <a:cubicBezTo>
                  <a:pt x="269732" y="267891"/>
                  <a:pt x="285750" y="251873"/>
                  <a:pt x="285750" y="232172"/>
                </a:cubicBezTo>
                <a:lnTo>
                  <a:pt x="285750" y="16966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200900" y="1753195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Halollik va Mehnatsevarlik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00900" y="2172179"/>
            <a:ext cx="4467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Halollik va mehnatsevarlik</a:t>
            </a:r>
            <a:r>
              <a:rPr lang="en-US" sz="13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har bir ishda halol bo'lish va mehnat qilish orqali rizq topish.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3396853"/>
            <a:ext cx="5600700" cy="1552575"/>
          </a:xfrm>
          <a:custGeom>
            <a:avLst/>
            <a:gdLst/>
            <a:ahLst/>
            <a:cxnLst/>
            <a:rect l="l" t="t" r="r" b="b"/>
            <a:pathLst>
              <a:path w="5600700" h="1552575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400174"/>
                </a:lnTo>
                <a:cubicBezTo>
                  <a:pt x="5600700" y="1484343"/>
                  <a:pt x="5532468" y="1552575"/>
                  <a:pt x="5448299" y="1552575"/>
                </a:cubicBezTo>
                <a:lnTo>
                  <a:pt x="152401" y="1552575"/>
                </a:lnTo>
                <a:cubicBezTo>
                  <a:pt x="68232" y="1552575"/>
                  <a:pt x="0" y="1484343"/>
                  <a:pt x="0" y="140017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1000" y="3396853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369629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C9A962"/>
              </a:gs>
            </a:gsLst>
            <a:lin ang="27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773906" y="385822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76820" y="35719"/>
                </a:moveTo>
                <a:cubicBezTo>
                  <a:pt x="284187" y="35719"/>
                  <a:pt x="288373" y="44146"/>
                  <a:pt x="283964" y="50006"/>
                </a:cubicBezTo>
                <a:lnTo>
                  <a:pt x="267891" y="71438"/>
                </a:lnTo>
                <a:lnTo>
                  <a:pt x="267891" y="169664"/>
                </a:lnTo>
                <a:cubicBezTo>
                  <a:pt x="267891" y="214033"/>
                  <a:pt x="231893" y="250031"/>
                  <a:pt x="187523" y="250031"/>
                </a:cubicBezTo>
                <a:lnTo>
                  <a:pt x="125016" y="250031"/>
                </a:lnTo>
                <a:lnTo>
                  <a:pt x="99175" y="275872"/>
                </a:lnTo>
                <a:cubicBezTo>
                  <a:pt x="93371" y="281676"/>
                  <a:pt x="84386" y="282792"/>
                  <a:pt x="77353" y="278550"/>
                </a:cubicBezTo>
                <a:lnTo>
                  <a:pt x="23161" y="246069"/>
                </a:lnTo>
                <a:cubicBezTo>
                  <a:pt x="13674" y="240376"/>
                  <a:pt x="14790" y="226256"/>
                  <a:pt x="25059" y="222126"/>
                </a:cubicBezTo>
                <a:lnTo>
                  <a:pt x="89297" y="196453"/>
                </a:lnTo>
                <a:cubicBezTo>
                  <a:pt x="13283" y="173627"/>
                  <a:pt x="4186" y="94766"/>
                  <a:pt x="12278" y="53411"/>
                </a:cubicBezTo>
                <a:cubicBezTo>
                  <a:pt x="14288" y="43476"/>
                  <a:pt x="25282" y="39849"/>
                  <a:pt x="34212" y="44760"/>
                </a:cubicBezTo>
                <a:lnTo>
                  <a:pt x="178594" y="125016"/>
                </a:lnTo>
                <a:lnTo>
                  <a:pt x="178594" y="80367"/>
                </a:lnTo>
                <a:cubicBezTo>
                  <a:pt x="178594" y="55699"/>
                  <a:pt x="198574" y="35719"/>
                  <a:pt x="223242" y="35719"/>
                </a:cubicBezTo>
                <a:lnTo>
                  <a:pt x="276820" y="35719"/>
                </a:lnTo>
                <a:close/>
                <a:moveTo>
                  <a:pt x="223242" y="66973"/>
                </a:moveTo>
                <a:cubicBezTo>
                  <a:pt x="215850" y="66973"/>
                  <a:pt x="209848" y="72975"/>
                  <a:pt x="209848" y="80367"/>
                </a:cubicBezTo>
                <a:cubicBezTo>
                  <a:pt x="209848" y="87760"/>
                  <a:pt x="215850" y="93762"/>
                  <a:pt x="223242" y="93762"/>
                </a:cubicBezTo>
                <a:cubicBezTo>
                  <a:pt x="230635" y="93762"/>
                  <a:pt x="236637" y="87760"/>
                  <a:pt x="236637" y="80367"/>
                </a:cubicBezTo>
                <a:cubicBezTo>
                  <a:pt x="236637" y="72975"/>
                  <a:pt x="230635" y="66973"/>
                  <a:pt x="223242" y="66973"/>
                </a:cubicBezTo>
                <a:close/>
                <a:moveTo>
                  <a:pt x="101854" y="-5358"/>
                </a:moveTo>
                <a:cubicBezTo>
                  <a:pt x="108775" y="-13004"/>
                  <a:pt x="120439" y="-10325"/>
                  <a:pt x="125574" y="-1395"/>
                </a:cubicBezTo>
                <a:lnTo>
                  <a:pt x="157051" y="53467"/>
                </a:lnTo>
                <a:cubicBezTo>
                  <a:pt x="153814" y="61503"/>
                  <a:pt x="151916" y="70265"/>
                  <a:pt x="151805" y="79418"/>
                </a:cubicBezTo>
                <a:lnTo>
                  <a:pt x="77074" y="37951"/>
                </a:lnTo>
                <a:cubicBezTo>
                  <a:pt x="82711" y="20315"/>
                  <a:pt x="92143" y="5358"/>
                  <a:pt x="101854" y="-535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3696295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Ruhiy Poklanish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115279"/>
            <a:ext cx="4467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8B73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Ruhiy poklanish</a:t>
            </a:r>
            <a:r>
              <a:rPr lang="en-US" sz="13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nafsniy istaklardan tozalanish va ruhiy kamolotga erishish.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3377803"/>
            <a:ext cx="5600700" cy="1571625"/>
          </a:xfrm>
          <a:custGeom>
            <a:avLst/>
            <a:gdLst/>
            <a:ahLst/>
            <a:cxnLst/>
            <a:rect l="l" t="t" r="r" b="b"/>
            <a:pathLst>
              <a:path w="5600700" h="1571625">
                <a:moveTo>
                  <a:pt x="152400" y="0"/>
                </a:moveTo>
                <a:lnTo>
                  <a:pt x="5448300" y="0"/>
                </a:lnTo>
                <a:cubicBezTo>
                  <a:pt x="5532468" y="0"/>
                  <a:pt x="5600700" y="68232"/>
                  <a:pt x="5600700" y="152400"/>
                </a:cubicBezTo>
                <a:lnTo>
                  <a:pt x="5600700" y="1419225"/>
                </a:lnTo>
                <a:cubicBezTo>
                  <a:pt x="5600700" y="1503393"/>
                  <a:pt x="5532468" y="1571625"/>
                  <a:pt x="5448300" y="1571625"/>
                </a:cubicBezTo>
                <a:lnTo>
                  <a:pt x="152400" y="1571625"/>
                </a:lnTo>
                <a:cubicBezTo>
                  <a:pt x="68232" y="1571625"/>
                  <a:pt x="0" y="1503393"/>
                  <a:pt x="0" y="1419225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8B7355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38900" y="367724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9A962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85347" y="383917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29691"/>
                </a:moveTo>
                <a:lnTo>
                  <a:pt x="84999" y="102022"/>
                </a:lnTo>
                <a:cubicBezTo>
                  <a:pt x="82432" y="104868"/>
                  <a:pt x="82544" y="109277"/>
                  <a:pt x="85279" y="112012"/>
                </a:cubicBezTo>
                <a:cubicBezTo>
                  <a:pt x="102301" y="129034"/>
                  <a:pt x="129927" y="129034"/>
                  <a:pt x="146949" y="112012"/>
                </a:cubicBezTo>
                <a:lnTo>
                  <a:pt x="164697" y="94264"/>
                </a:lnTo>
                <a:cubicBezTo>
                  <a:pt x="167041" y="91920"/>
                  <a:pt x="169999" y="90636"/>
                  <a:pt x="173013" y="90413"/>
                </a:cubicBezTo>
                <a:cubicBezTo>
                  <a:pt x="176808" y="90078"/>
                  <a:pt x="180715" y="91362"/>
                  <a:pt x="183617" y="94264"/>
                </a:cubicBezTo>
                <a:lnTo>
                  <a:pt x="282178" y="191988"/>
                </a:lnTo>
                <a:lnTo>
                  <a:pt x="321469" y="160734"/>
                </a:lnTo>
                <a:lnTo>
                  <a:pt x="321469" y="0"/>
                </a:lnTo>
                <a:lnTo>
                  <a:pt x="258961" y="35719"/>
                </a:lnTo>
                <a:lnTo>
                  <a:pt x="245678" y="26845"/>
                </a:lnTo>
                <a:cubicBezTo>
                  <a:pt x="236860" y="20985"/>
                  <a:pt x="226535" y="17859"/>
                  <a:pt x="215931" y="17859"/>
                </a:cubicBezTo>
                <a:lnTo>
                  <a:pt x="176640" y="17859"/>
                </a:lnTo>
                <a:cubicBezTo>
                  <a:pt x="176026" y="17859"/>
                  <a:pt x="175357" y="17859"/>
                  <a:pt x="174743" y="17915"/>
                </a:cubicBezTo>
                <a:cubicBezTo>
                  <a:pt x="165311" y="18417"/>
                  <a:pt x="156437" y="22659"/>
                  <a:pt x="150075" y="29691"/>
                </a:cubicBezTo>
                <a:close/>
                <a:moveTo>
                  <a:pt x="65075" y="84106"/>
                </a:moveTo>
                <a:lnTo>
                  <a:pt x="124681" y="17859"/>
                </a:lnTo>
                <a:lnTo>
                  <a:pt x="102580" y="17859"/>
                </a:lnTo>
                <a:cubicBezTo>
                  <a:pt x="88348" y="17859"/>
                  <a:pt x="74730" y="23496"/>
                  <a:pt x="64684" y="33542"/>
                </a:cubicBezTo>
                <a:lnTo>
                  <a:pt x="0" y="107156"/>
                </a:lnTo>
                <a:lnTo>
                  <a:pt x="0" y="303609"/>
                </a:lnTo>
                <a:lnTo>
                  <a:pt x="80367" y="227707"/>
                </a:lnTo>
                <a:lnTo>
                  <a:pt x="87288" y="233456"/>
                </a:lnTo>
                <a:cubicBezTo>
                  <a:pt x="100124" y="244171"/>
                  <a:pt x="116309" y="250031"/>
                  <a:pt x="132997" y="250031"/>
                </a:cubicBezTo>
                <a:lnTo>
                  <a:pt x="141759" y="250031"/>
                </a:lnTo>
                <a:lnTo>
                  <a:pt x="137852" y="246125"/>
                </a:lnTo>
                <a:cubicBezTo>
                  <a:pt x="132606" y="240878"/>
                  <a:pt x="132606" y="232395"/>
                  <a:pt x="137852" y="227205"/>
                </a:cubicBezTo>
                <a:cubicBezTo>
                  <a:pt x="143098" y="222014"/>
                  <a:pt x="151581" y="221959"/>
                  <a:pt x="156772" y="227205"/>
                </a:cubicBezTo>
                <a:lnTo>
                  <a:pt x="179654" y="250087"/>
                </a:lnTo>
                <a:lnTo>
                  <a:pt x="184677" y="250087"/>
                </a:lnTo>
                <a:cubicBezTo>
                  <a:pt x="195337" y="250087"/>
                  <a:pt x="205773" y="247687"/>
                  <a:pt x="215261" y="243222"/>
                </a:cubicBezTo>
                <a:lnTo>
                  <a:pt x="200360" y="228265"/>
                </a:lnTo>
                <a:cubicBezTo>
                  <a:pt x="195114" y="223019"/>
                  <a:pt x="195114" y="214536"/>
                  <a:pt x="200360" y="209345"/>
                </a:cubicBezTo>
                <a:cubicBezTo>
                  <a:pt x="205606" y="204155"/>
                  <a:pt x="214089" y="204099"/>
                  <a:pt x="219280" y="209345"/>
                </a:cubicBezTo>
                <a:lnTo>
                  <a:pt x="237139" y="227205"/>
                </a:lnTo>
                <a:lnTo>
                  <a:pt x="246906" y="217438"/>
                </a:lnTo>
                <a:cubicBezTo>
                  <a:pt x="251873" y="212471"/>
                  <a:pt x="253324" y="205271"/>
                  <a:pt x="251147" y="198965"/>
                </a:cubicBezTo>
                <a:lnTo>
                  <a:pt x="174185" y="122616"/>
                </a:lnTo>
                <a:lnTo>
                  <a:pt x="165869" y="130932"/>
                </a:lnTo>
                <a:cubicBezTo>
                  <a:pt x="138354" y="158446"/>
                  <a:pt x="93818" y="158446"/>
                  <a:pt x="66303" y="130932"/>
                </a:cubicBezTo>
                <a:cubicBezTo>
                  <a:pt x="53467" y="118095"/>
                  <a:pt x="52964" y="97501"/>
                  <a:pt x="65075" y="84051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27" name="Text 25"/>
          <p:cNvSpPr/>
          <p:nvPr/>
        </p:nvSpPr>
        <p:spPr>
          <a:xfrm>
            <a:off x="7200900" y="3677245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5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Jamiyatda Faol Bo'lish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00900" y="4096229"/>
            <a:ext cx="4467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C9A9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Jamiyatda faol bo'lish</a:t>
            </a:r>
            <a:r>
              <a:rPr lang="en-US" sz="1350" dirty="0">
                <a:solidFill>
                  <a:srgbClr val="F5F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dunyoviy hayotdan uzoqlashmasdan, jamiyatga foyda keltirish.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5181600"/>
            <a:ext cx="11430000" cy="1295400"/>
          </a:xfrm>
          <a:custGeom>
            <a:avLst/>
            <a:gdLst/>
            <a:ahLst/>
            <a:cxnLst/>
            <a:rect l="l" t="t" r="r" b="b"/>
            <a:pathLst>
              <a:path w="11430000" h="1295400">
                <a:moveTo>
                  <a:pt x="152404" y="0"/>
                </a:moveTo>
                <a:lnTo>
                  <a:pt x="11277596" y="0"/>
                </a:lnTo>
                <a:cubicBezTo>
                  <a:pt x="11361766" y="0"/>
                  <a:pt x="11430000" y="68234"/>
                  <a:pt x="11430000" y="152404"/>
                </a:cubicBezTo>
                <a:lnTo>
                  <a:pt x="11430000" y="1142996"/>
                </a:lnTo>
                <a:cubicBezTo>
                  <a:pt x="11430000" y="1227166"/>
                  <a:pt x="11361766" y="1295400"/>
                  <a:pt x="11277596" y="1295400"/>
                </a:cubicBezTo>
                <a:lnTo>
                  <a:pt x="152404" y="1295400"/>
                </a:lnTo>
                <a:cubicBezTo>
                  <a:pt x="68234" y="1295400"/>
                  <a:pt x="0" y="1227166"/>
                  <a:pt x="0" y="11429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77528" y="537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9A962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06116" y="55340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32" name="Text 30"/>
          <p:cNvSpPr/>
          <p:nvPr/>
        </p:nvSpPr>
        <p:spPr>
          <a:xfrm>
            <a:off x="1139428" y="60579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Adolat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999184" y="5524500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20885" y="537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7355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67332" y="55340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36" name="Text 34"/>
          <p:cNvSpPr/>
          <p:nvPr/>
        </p:nvSpPr>
        <p:spPr>
          <a:xfrm>
            <a:off x="4182785" y="60579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Sodiq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42541" y="5524500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264122" y="537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C3E50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428429" y="5534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25016" y="248524"/>
                </a:moveTo>
                <a:lnTo>
                  <a:pt x="125016" y="180547"/>
                </a:lnTo>
                <a:lnTo>
                  <a:pt x="72386" y="223577"/>
                </a:lnTo>
                <a:cubicBezTo>
                  <a:pt x="86953" y="236302"/>
                  <a:pt x="105035" y="245176"/>
                  <a:pt x="125016" y="248524"/>
                </a:cubicBezTo>
                <a:close/>
                <a:moveTo>
                  <a:pt x="49783" y="195951"/>
                </a:moveTo>
                <a:lnTo>
                  <a:pt x="125016" y="134392"/>
                </a:lnTo>
                <a:lnTo>
                  <a:pt x="125016" y="37226"/>
                </a:lnTo>
                <a:cubicBezTo>
                  <a:pt x="74340" y="45709"/>
                  <a:pt x="35719" y="89799"/>
                  <a:pt x="35719" y="142875"/>
                </a:cubicBezTo>
                <a:cubicBezTo>
                  <a:pt x="35719" y="162185"/>
                  <a:pt x="40853" y="180324"/>
                  <a:pt x="49783" y="195951"/>
                </a:cubicBezTo>
                <a:close/>
                <a:moveTo>
                  <a:pt x="213364" y="223577"/>
                </a:moveTo>
                <a:lnTo>
                  <a:pt x="160734" y="180547"/>
                </a:lnTo>
                <a:lnTo>
                  <a:pt x="160734" y="248524"/>
                </a:lnTo>
                <a:cubicBezTo>
                  <a:pt x="180659" y="245176"/>
                  <a:pt x="198741" y="236302"/>
                  <a:pt x="213364" y="223577"/>
                </a:cubicBezTo>
                <a:close/>
                <a:moveTo>
                  <a:pt x="236023" y="195951"/>
                </a:moveTo>
                <a:cubicBezTo>
                  <a:pt x="244952" y="180324"/>
                  <a:pt x="250087" y="162185"/>
                  <a:pt x="250087" y="142875"/>
                </a:cubicBezTo>
                <a:cubicBezTo>
                  <a:pt x="250087" y="89799"/>
                  <a:pt x="211466" y="45709"/>
                  <a:pt x="160790" y="37226"/>
                </a:cubicBezTo>
                <a:lnTo>
                  <a:pt x="160790" y="134448"/>
                </a:lnTo>
                <a:lnTo>
                  <a:pt x="236023" y="196007"/>
                </a:ln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0" name="Text 38"/>
          <p:cNvSpPr/>
          <p:nvPr/>
        </p:nvSpPr>
        <p:spPr>
          <a:xfrm>
            <a:off x="7226022" y="60579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Tinchlik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85779" y="5524500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B7355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356176" y="537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9A962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520482" y="5534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34503" y="48611"/>
                </a:moveTo>
                <a:lnTo>
                  <a:pt x="142875" y="60164"/>
                </a:lnTo>
                <a:lnTo>
                  <a:pt x="151247" y="48611"/>
                </a:lnTo>
                <a:cubicBezTo>
                  <a:pt x="165199" y="29301"/>
                  <a:pt x="187635" y="17859"/>
                  <a:pt x="211466" y="17859"/>
                </a:cubicBezTo>
                <a:cubicBezTo>
                  <a:pt x="252487" y="17859"/>
                  <a:pt x="285750" y="51122"/>
                  <a:pt x="285750" y="92143"/>
                </a:cubicBezTo>
                <a:lnTo>
                  <a:pt x="285750" y="93594"/>
                </a:lnTo>
                <a:cubicBezTo>
                  <a:pt x="285750" y="156214"/>
                  <a:pt x="207671" y="228935"/>
                  <a:pt x="166929" y="260021"/>
                </a:cubicBezTo>
                <a:cubicBezTo>
                  <a:pt x="160009" y="265268"/>
                  <a:pt x="151526" y="267891"/>
                  <a:pt x="142875" y="267891"/>
                </a:cubicBezTo>
                <a:cubicBezTo>
                  <a:pt x="134224" y="267891"/>
                  <a:pt x="125685" y="265323"/>
                  <a:pt x="118821" y="260021"/>
                </a:cubicBezTo>
                <a:cubicBezTo>
                  <a:pt x="78079" y="228935"/>
                  <a:pt x="0" y="156214"/>
                  <a:pt x="0" y="93594"/>
                </a:cubicBezTo>
                <a:lnTo>
                  <a:pt x="0" y="92143"/>
                </a:lnTo>
                <a:cubicBezTo>
                  <a:pt x="0" y="51122"/>
                  <a:pt x="33263" y="17859"/>
                  <a:pt x="74284" y="17859"/>
                </a:cubicBezTo>
                <a:cubicBezTo>
                  <a:pt x="98115" y="17859"/>
                  <a:pt x="120551" y="29301"/>
                  <a:pt x="134503" y="48611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44" name="Text 42"/>
          <p:cNvSpPr/>
          <p:nvPr/>
        </p:nvSpPr>
        <p:spPr>
          <a:xfrm>
            <a:off x="10269379" y="6057900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Muhabbat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3" name="Shape 1"/>
          <p:cNvSpPr/>
          <p:nvPr/>
        </p:nvSpPr>
        <p:spPr>
          <a:xfrm>
            <a:off x="545306" y="581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81000"/>
            <a:ext cx="4867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8B73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Ta'siri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609600"/>
            <a:ext cx="5019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Dunyo Bo'ylab Ta'sir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24650" cy="1762125"/>
          </a:xfrm>
          <a:custGeom>
            <a:avLst/>
            <a:gdLst/>
            <a:ahLst/>
            <a:cxnLst/>
            <a:rect l="l" t="t" r="r" b="b"/>
            <a:pathLst>
              <a:path w="6724650" h="1762125">
                <a:moveTo>
                  <a:pt x="152406" y="0"/>
                </a:moveTo>
                <a:lnTo>
                  <a:pt x="6572244" y="0"/>
                </a:lnTo>
                <a:cubicBezTo>
                  <a:pt x="6656415" y="0"/>
                  <a:pt x="6724650" y="68235"/>
                  <a:pt x="6724650" y="152406"/>
                </a:cubicBezTo>
                <a:lnTo>
                  <a:pt x="6724650" y="1609719"/>
                </a:lnTo>
                <a:cubicBezTo>
                  <a:pt x="6724650" y="1693890"/>
                  <a:pt x="6656415" y="1762125"/>
                  <a:pt x="6572244" y="1762125"/>
                </a:cubicBezTo>
                <a:lnTo>
                  <a:pt x="152406" y="1762125"/>
                </a:lnTo>
                <a:cubicBezTo>
                  <a:pt x="68235" y="1762125"/>
                  <a:pt x="0" y="1693890"/>
                  <a:pt x="0" y="16097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/>
              </a:gs>
              <a:gs pos="100000">
                <a:srgbClr val="8B7355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96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8" name="Shape 6"/>
          <p:cNvSpPr/>
          <p:nvPr/>
        </p:nvSpPr>
        <p:spPr>
          <a:xfrm>
            <a:off x="733425" y="16764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57175" y="21431"/>
                </a:moveTo>
                <a:cubicBezTo>
                  <a:pt x="257175" y="16475"/>
                  <a:pt x="254630" y="11876"/>
                  <a:pt x="250388" y="9287"/>
                </a:cubicBezTo>
                <a:cubicBezTo>
                  <a:pt x="246147" y="6697"/>
                  <a:pt x="240923" y="6429"/>
                  <a:pt x="236503" y="8662"/>
                </a:cubicBezTo>
                <a:lnTo>
                  <a:pt x="184621" y="34603"/>
                </a:lnTo>
                <a:lnTo>
                  <a:pt x="104522" y="7858"/>
                </a:lnTo>
                <a:cubicBezTo>
                  <a:pt x="100905" y="6653"/>
                  <a:pt x="97021" y="6921"/>
                  <a:pt x="93628" y="8617"/>
                </a:cubicBezTo>
                <a:lnTo>
                  <a:pt x="36478" y="37192"/>
                </a:lnTo>
                <a:cubicBezTo>
                  <a:pt x="31611" y="39648"/>
                  <a:pt x="28575" y="44604"/>
                  <a:pt x="28575" y="50006"/>
                </a:cubicBezTo>
                <a:lnTo>
                  <a:pt x="28575" y="207169"/>
                </a:lnTo>
                <a:cubicBezTo>
                  <a:pt x="28575" y="212125"/>
                  <a:pt x="31120" y="216724"/>
                  <a:pt x="35362" y="219313"/>
                </a:cubicBezTo>
                <a:cubicBezTo>
                  <a:pt x="39603" y="221903"/>
                  <a:pt x="44827" y="222171"/>
                  <a:pt x="49247" y="219938"/>
                </a:cubicBezTo>
                <a:lnTo>
                  <a:pt x="101084" y="193997"/>
                </a:lnTo>
                <a:lnTo>
                  <a:pt x="178460" y="219804"/>
                </a:lnTo>
                <a:cubicBezTo>
                  <a:pt x="176540" y="216947"/>
                  <a:pt x="174665" y="213955"/>
                  <a:pt x="172834" y="210919"/>
                </a:cubicBezTo>
                <a:cubicBezTo>
                  <a:pt x="167923" y="202749"/>
                  <a:pt x="163056" y="193372"/>
                  <a:pt x="159440" y="183326"/>
                </a:cubicBezTo>
                <a:lnTo>
                  <a:pt x="114255" y="168280"/>
                </a:lnTo>
                <a:lnTo>
                  <a:pt x="114255" y="41255"/>
                </a:lnTo>
                <a:lnTo>
                  <a:pt x="171405" y="60320"/>
                </a:lnTo>
                <a:lnTo>
                  <a:pt x="171405" y="104656"/>
                </a:lnTo>
                <a:cubicBezTo>
                  <a:pt x="185246" y="88672"/>
                  <a:pt x="205785" y="78581"/>
                  <a:pt x="228555" y="78581"/>
                </a:cubicBezTo>
                <a:cubicBezTo>
                  <a:pt x="238646" y="78581"/>
                  <a:pt x="248290" y="80546"/>
                  <a:pt x="257130" y="84162"/>
                </a:cubicBezTo>
                <a:lnTo>
                  <a:pt x="257175" y="21431"/>
                </a:lnTo>
                <a:close/>
                <a:moveTo>
                  <a:pt x="228600" y="100013"/>
                </a:moveTo>
                <a:cubicBezTo>
                  <a:pt x="198998" y="100013"/>
                  <a:pt x="175022" y="123587"/>
                  <a:pt x="175022" y="152653"/>
                </a:cubicBezTo>
                <a:cubicBezTo>
                  <a:pt x="175022" y="183416"/>
                  <a:pt x="203642" y="219804"/>
                  <a:pt x="219045" y="237173"/>
                </a:cubicBezTo>
                <a:cubicBezTo>
                  <a:pt x="224224" y="242977"/>
                  <a:pt x="233020" y="242977"/>
                  <a:pt x="238199" y="237173"/>
                </a:cubicBezTo>
                <a:cubicBezTo>
                  <a:pt x="253603" y="219804"/>
                  <a:pt x="282223" y="183416"/>
                  <a:pt x="282223" y="152653"/>
                </a:cubicBezTo>
                <a:cubicBezTo>
                  <a:pt x="282223" y="123587"/>
                  <a:pt x="258247" y="100013"/>
                  <a:pt x="228645" y="100013"/>
                </a:cubicBezTo>
                <a:close/>
                <a:moveTo>
                  <a:pt x="210741" y="153591"/>
                </a:moveTo>
                <a:cubicBezTo>
                  <a:pt x="210741" y="143734"/>
                  <a:pt x="218743" y="135731"/>
                  <a:pt x="228600" y="135731"/>
                </a:cubicBezTo>
                <a:cubicBezTo>
                  <a:pt x="238457" y="135731"/>
                  <a:pt x="246459" y="143734"/>
                  <a:pt x="246459" y="153591"/>
                </a:cubicBezTo>
                <a:cubicBezTo>
                  <a:pt x="246459" y="163447"/>
                  <a:pt x="238457" y="171450"/>
                  <a:pt x="228600" y="171450"/>
                </a:cubicBezTo>
                <a:cubicBezTo>
                  <a:pt x="218743" y="171450"/>
                  <a:pt x="210741" y="163447"/>
                  <a:pt x="210741" y="1535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1638300"/>
            <a:ext cx="3181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5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Butun Dunyoga Tarqalgan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209800"/>
            <a:ext cx="6362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C9A9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Naqshbandiya tariqati</a:t>
            </a:r>
            <a:r>
              <a:rPr lang="en-US" sz="1500" dirty="0">
                <a:solidFill>
                  <a:srgbClr val="F5F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dunyoning har qanday burchagiga yetib borgan eng keng tarqalgan tasavvufiy yo'nalishlardan biridir.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3267075"/>
            <a:ext cx="2143125" cy="1847850"/>
          </a:xfrm>
          <a:custGeom>
            <a:avLst/>
            <a:gdLst/>
            <a:ahLst/>
            <a:cxnLst/>
            <a:rect l="l" t="t" r="r" b="b"/>
            <a:pathLst>
              <a:path w="2143125" h="1847850">
                <a:moveTo>
                  <a:pt x="38100" y="0"/>
                </a:moveTo>
                <a:lnTo>
                  <a:pt x="2105025" y="0"/>
                </a:lnTo>
                <a:cubicBezTo>
                  <a:pt x="2126053" y="0"/>
                  <a:pt x="2143125" y="17072"/>
                  <a:pt x="2143125" y="38100"/>
                </a:cubicBezTo>
                <a:lnTo>
                  <a:pt x="2143125" y="1695458"/>
                </a:lnTo>
                <a:cubicBezTo>
                  <a:pt x="2143125" y="1779622"/>
                  <a:pt x="2074897" y="1847850"/>
                  <a:pt x="1990733" y="1847850"/>
                </a:cubicBezTo>
                <a:lnTo>
                  <a:pt x="152392" y="1847850"/>
                </a:lnTo>
                <a:cubicBezTo>
                  <a:pt x="68228" y="1847850"/>
                  <a:pt x="0" y="1779622"/>
                  <a:pt x="0" y="16954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1000" y="3267075"/>
            <a:ext cx="2143125" cy="38100"/>
          </a:xfrm>
          <a:custGeom>
            <a:avLst/>
            <a:gdLst/>
            <a:ahLst/>
            <a:cxnLst/>
            <a:rect l="l" t="t" r="r" b="b"/>
            <a:pathLst>
              <a:path w="2143125" h="38100">
                <a:moveTo>
                  <a:pt x="38100" y="0"/>
                </a:moveTo>
                <a:lnTo>
                  <a:pt x="2105025" y="0"/>
                </a:lnTo>
                <a:cubicBezTo>
                  <a:pt x="2126053" y="0"/>
                  <a:pt x="2143125" y="17072"/>
                  <a:pt x="2143125" y="38100"/>
                </a:cubicBezTo>
                <a:lnTo>
                  <a:pt x="21431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3600" y="3476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9A962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91947" y="36004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97557" y="125016"/>
                </a:moveTo>
                <a:lnTo>
                  <a:pt x="223912" y="125016"/>
                </a:lnTo>
                <a:cubicBezTo>
                  <a:pt x="248190" y="125016"/>
                  <a:pt x="267891" y="105315"/>
                  <a:pt x="267891" y="81037"/>
                </a:cubicBezTo>
                <a:cubicBezTo>
                  <a:pt x="267891" y="66805"/>
                  <a:pt x="261026" y="53467"/>
                  <a:pt x="249417" y="45207"/>
                </a:cubicBezTo>
                <a:lnTo>
                  <a:pt x="165925" y="-14176"/>
                </a:lnTo>
                <a:cubicBezTo>
                  <a:pt x="162799" y="-16352"/>
                  <a:pt x="158669" y="-16352"/>
                  <a:pt x="155600" y="-14176"/>
                </a:cubicBezTo>
                <a:lnTo>
                  <a:pt x="72051" y="45207"/>
                </a:lnTo>
                <a:cubicBezTo>
                  <a:pt x="60443" y="53467"/>
                  <a:pt x="53578" y="66805"/>
                  <a:pt x="53578" y="81037"/>
                </a:cubicBezTo>
                <a:cubicBezTo>
                  <a:pt x="53578" y="105315"/>
                  <a:pt x="73279" y="125016"/>
                  <a:pt x="97557" y="125016"/>
                </a:cubicBezTo>
                <a:close/>
                <a:moveTo>
                  <a:pt x="285750" y="285750"/>
                </a:moveTo>
                <a:cubicBezTo>
                  <a:pt x="305451" y="285750"/>
                  <a:pt x="321469" y="269732"/>
                  <a:pt x="321469" y="250031"/>
                </a:cubicBezTo>
                <a:lnTo>
                  <a:pt x="321469" y="125016"/>
                </a:lnTo>
                <a:cubicBezTo>
                  <a:pt x="321469" y="115137"/>
                  <a:pt x="313488" y="107156"/>
                  <a:pt x="303609" y="107156"/>
                </a:cubicBezTo>
                <a:cubicBezTo>
                  <a:pt x="293731" y="107156"/>
                  <a:pt x="285750" y="115137"/>
                  <a:pt x="285750" y="125016"/>
                </a:cubicBezTo>
                <a:lnTo>
                  <a:pt x="285750" y="151805"/>
                </a:lnTo>
                <a:lnTo>
                  <a:pt x="35719" y="151805"/>
                </a:lnTo>
                <a:lnTo>
                  <a:pt x="35719" y="125016"/>
                </a:ln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285750" y="285750"/>
                </a:lnTo>
                <a:close/>
                <a:moveTo>
                  <a:pt x="133945" y="214313"/>
                </a:moveTo>
                <a:cubicBezTo>
                  <a:pt x="133945" y="199523"/>
                  <a:pt x="145945" y="187523"/>
                  <a:pt x="160734" y="187523"/>
                </a:cubicBezTo>
                <a:cubicBezTo>
                  <a:pt x="175524" y="187523"/>
                  <a:pt x="187523" y="199523"/>
                  <a:pt x="187523" y="214313"/>
                </a:cubicBezTo>
                <a:lnTo>
                  <a:pt x="187523" y="258961"/>
                </a:lnTo>
                <a:lnTo>
                  <a:pt x="133945" y="258961"/>
                </a:lnTo>
                <a:lnTo>
                  <a:pt x="133945" y="214313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15" name="Text 13"/>
          <p:cNvSpPr/>
          <p:nvPr/>
        </p:nvSpPr>
        <p:spPr>
          <a:xfrm>
            <a:off x="1132284" y="4124325"/>
            <a:ext cx="63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Osiyo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3400" y="4467225"/>
            <a:ext cx="1838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Markaziy va Janubiy Osiyoda keng yoyilgan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72001" y="3267075"/>
            <a:ext cx="2143125" cy="1847850"/>
          </a:xfrm>
          <a:custGeom>
            <a:avLst/>
            <a:gdLst/>
            <a:ahLst/>
            <a:cxnLst/>
            <a:rect l="l" t="t" r="r" b="b"/>
            <a:pathLst>
              <a:path w="2143125" h="1847850">
                <a:moveTo>
                  <a:pt x="38100" y="0"/>
                </a:moveTo>
                <a:lnTo>
                  <a:pt x="2105025" y="0"/>
                </a:lnTo>
                <a:cubicBezTo>
                  <a:pt x="2126053" y="0"/>
                  <a:pt x="2143125" y="17072"/>
                  <a:pt x="2143125" y="38100"/>
                </a:cubicBezTo>
                <a:lnTo>
                  <a:pt x="2143125" y="1695458"/>
                </a:lnTo>
                <a:cubicBezTo>
                  <a:pt x="2143125" y="1779622"/>
                  <a:pt x="2074897" y="1847850"/>
                  <a:pt x="1990733" y="1847850"/>
                </a:cubicBezTo>
                <a:lnTo>
                  <a:pt x="152392" y="1847850"/>
                </a:lnTo>
                <a:cubicBezTo>
                  <a:pt x="68228" y="1847850"/>
                  <a:pt x="0" y="1779622"/>
                  <a:pt x="0" y="16954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72001" y="3267075"/>
            <a:ext cx="2143125" cy="38100"/>
          </a:xfrm>
          <a:custGeom>
            <a:avLst/>
            <a:gdLst/>
            <a:ahLst/>
            <a:cxnLst/>
            <a:rect l="l" t="t" r="r" b="b"/>
            <a:pathLst>
              <a:path w="2143125" h="38100">
                <a:moveTo>
                  <a:pt x="38100" y="0"/>
                </a:moveTo>
                <a:lnTo>
                  <a:pt x="2105025" y="0"/>
                </a:lnTo>
                <a:cubicBezTo>
                  <a:pt x="2126053" y="0"/>
                  <a:pt x="2143125" y="17072"/>
                  <a:pt x="2143125" y="38100"/>
                </a:cubicBezTo>
                <a:lnTo>
                  <a:pt x="21431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601" y="3476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7355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18667" y="36004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35719" y="7981"/>
                  <a:pt x="27738" y="0"/>
                  <a:pt x="17859" y="0"/>
                </a:cubicBezTo>
                <a:cubicBezTo>
                  <a:pt x="7981" y="0"/>
                  <a:pt x="0" y="7981"/>
                  <a:pt x="0" y="17859"/>
                </a:cubicBezTo>
                <a:lnTo>
                  <a:pt x="0" y="267891"/>
                </a:lnTo>
                <a:cubicBezTo>
                  <a:pt x="0" y="277769"/>
                  <a:pt x="7981" y="285750"/>
                  <a:pt x="17859" y="285750"/>
                </a:cubicBezTo>
                <a:cubicBezTo>
                  <a:pt x="27738" y="285750"/>
                  <a:pt x="35719" y="277769"/>
                  <a:pt x="35719" y="267891"/>
                </a:cubicBezTo>
                <a:lnTo>
                  <a:pt x="35719" y="200025"/>
                </a:lnTo>
                <a:lnTo>
                  <a:pt x="70712" y="189533"/>
                </a:lnTo>
                <a:cubicBezTo>
                  <a:pt x="94097" y="182500"/>
                  <a:pt x="119323" y="184677"/>
                  <a:pt x="141145" y="195616"/>
                </a:cubicBezTo>
                <a:cubicBezTo>
                  <a:pt x="164976" y="207559"/>
                  <a:pt x="192770" y="209010"/>
                  <a:pt x="217717" y="199634"/>
                </a:cubicBezTo>
                <a:lnTo>
                  <a:pt x="238423" y="191877"/>
                </a:lnTo>
                <a:cubicBezTo>
                  <a:pt x="245399" y="189254"/>
                  <a:pt x="250031" y="182612"/>
                  <a:pt x="250031" y="175133"/>
                </a:cubicBezTo>
                <a:lnTo>
                  <a:pt x="250031" y="36891"/>
                </a:lnTo>
                <a:cubicBezTo>
                  <a:pt x="250031" y="24054"/>
                  <a:pt x="236525" y="15683"/>
                  <a:pt x="225028" y="21431"/>
                </a:cubicBezTo>
                <a:lnTo>
                  <a:pt x="218442" y="24724"/>
                </a:lnTo>
                <a:cubicBezTo>
                  <a:pt x="193384" y="37281"/>
                  <a:pt x="163860" y="37281"/>
                  <a:pt x="138745" y="24724"/>
                </a:cubicBezTo>
                <a:cubicBezTo>
                  <a:pt x="118430" y="14567"/>
                  <a:pt x="95045" y="12557"/>
                  <a:pt x="73335" y="19087"/>
                </a:cubicBezTo>
                <a:lnTo>
                  <a:pt x="35719" y="30361"/>
                </a:lnTo>
                <a:lnTo>
                  <a:pt x="35719" y="17859"/>
                </a:ln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21" name="Text 19"/>
          <p:cNvSpPr/>
          <p:nvPr/>
        </p:nvSpPr>
        <p:spPr>
          <a:xfrm>
            <a:off x="3308866" y="4124325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Turkiya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24401" y="4467225"/>
            <a:ext cx="1838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Turkiyada kuchli ta'sirga ega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63120" y="3267075"/>
            <a:ext cx="2143125" cy="1847850"/>
          </a:xfrm>
          <a:custGeom>
            <a:avLst/>
            <a:gdLst/>
            <a:ahLst/>
            <a:cxnLst/>
            <a:rect l="l" t="t" r="r" b="b"/>
            <a:pathLst>
              <a:path w="2143125" h="1847850">
                <a:moveTo>
                  <a:pt x="38100" y="0"/>
                </a:moveTo>
                <a:lnTo>
                  <a:pt x="2105025" y="0"/>
                </a:lnTo>
                <a:cubicBezTo>
                  <a:pt x="2126053" y="0"/>
                  <a:pt x="2143125" y="17072"/>
                  <a:pt x="2143125" y="38100"/>
                </a:cubicBezTo>
                <a:lnTo>
                  <a:pt x="2143125" y="1695458"/>
                </a:lnTo>
                <a:cubicBezTo>
                  <a:pt x="2143125" y="1779622"/>
                  <a:pt x="2074897" y="1847850"/>
                  <a:pt x="1990733" y="1847850"/>
                </a:cubicBezTo>
                <a:lnTo>
                  <a:pt x="152392" y="1847850"/>
                </a:lnTo>
                <a:cubicBezTo>
                  <a:pt x="68228" y="1847850"/>
                  <a:pt x="0" y="1779622"/>
                  <a:pt x="0" y="169545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63120" y="3267075"/>
            <a:ext cx="2143125" cy="38100"/>
          </a:xfrm>
          <a:custGeom>
            <a:avLst/>
            <a:gdLst/>
            <a:ahLst/>
            <a:cxnLst/>
            <a:rect l="l" t="t" r="r" b="b"/>
            <a:pathLst>
              <a:path w="2143125" h="38100">
                <a:moveTo>
                  <a:pt x="38100" y="0"/>
                </a:moveTo>
                <a:lnTo>
                  <a:pt x="2105025" y="0"/>
                </a:lnTo>
                <a:cubicBezTo>
                  <a:pt x="2126053" y="0"/>
                  <a:pt x="2143125" y="17072"/>
                  <a:pt x="2143125" y="38100"/>
                </a:cubicBezTo>
                <a:lnTo>
                  <a:pt x="21431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5" name="Shape 23"/>
          <p:cNvSpPr/>
          <p:nvPr/>
        </p:nvSpPr>
        <p:spPr>
          <a:xfrm>
            <a:off x="5765721" y="3590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C3E5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891927" y="37147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631"/>
                </a:moveTo>
                <a:lnTo>
                  <a:pt x="51792" y="62731"/>
                </a:lnTo>
                <a:lnTo>
                  <a:pt x="138131" y="95492"/>
                </a:lnTo>
                <a:cubicBezTo>
                  <a:pt x="141201" y="96664"/>
                  <a:pt x="144549" y="96664"/>
                  <a:pt x="147619" y="95492"/>
                </a:cubicBezTo>
                <a:lnTo>
                  <a:pt x="233958" y="62731"/>
                </a:lnTo>
                <a:lnTo>
                  <a:pt x="142875" y="28631"/>
                </a:lnTo>
                <a:close/>
                <a:moveTo>
                  <a:pt x="0" y="72163"/>
                </a:moveTo>
                <a:cubicBezTo>
                  <a:pt x="0" y="61001"/>
                  <a:pt x="6921" y="51011"/>
                  <a:pt x="17357" y="47104"/>
                </a:cubicBezTo>
                <a:lnTo>
                  <a:pt x="133443" y="3572"/>
                </a:lnTo>
                <a:cubicBezTo>
                  <a:pt x="139526" y="1284"/>
                  <a:pt x="146168" y="1284"/>
                  <a:pt x="152251" y="3572"/>
                </a:cubicBezTo>
                <a:lnTo>
                  <a:pt x="268337" y="47104"/>
                </a:lnTo>
                <a:cubicBezTo>
                  <a:pt x="278774" y="51011"/>
                  <a:pt x="285694" y="61001"/>
                  <a:pt x="285694" y="72163"/>
                </a:cubicBezTo>
                <a:lnTo>
                  <a:pt x="285694" y="92255"/>
                </a:lnTo>
                <a:lnTo>
                  <a:pt x="144382" y="145833"/>
                </a:lnTo>
                <a:cubicBezTo>
                  <a:pt x="143377" y="146224"/>
                  <a:pt x="142261" y="146224"/>
                  <a:pt x="141201" y="145833"/>
                </a:cubicBezTo>
                <a:lnTo>
                  <a:pt x="-112" y="92255"/>
                </a:lnTo>
                <a:lnTo>
                  <a:pt x="-112" y="72163"/>
                </a:lnTo>
                <a:close/>
                <a:moveTo>
                  <a:pt x="0" y="150298"/>
                </a:moveTo>
                <a:lnTo>
                  <a:pt x="0" y="120886"/>
                </a:lnTo>
                <a:lnTo>
                  <a:pt x="131769" y="170892"/>
                </a:lnTo>
                <a:cubicBezTo>
                  <a:pt x="138912" y="173627"/>
                  <a:pt x="146782" y="173627"/>
                  <a:pt x="153925" y="170892"/>
                </a:cubicBezTo>
                <a:lnTo>
                  <a:pt x="285694" y="120886"/>
                </a:lnTo>
                <a:lnTo>
                  <a:pt x="285694" y="150298"/>
                </a:lnTo>
                <a:lnTo>
                  <a:pt x="214257" y="177422"/>
                </a:lnTo>
                <a:lnTo>
                  <a:pt x="214257" y="206053"/>
                </a:lnTo>
                <a:lnTo>
                  <a:pt x="285694" y="178929"/>
                </a:lnTo>
                <a:lnTo>
                  <a:pt x="285694" y="213643"/>
                </a:lnTo>
                <a:cubicBezTo>
                  <a:pt x="285694" y="224805"/>
                  <a:pt x="278774" y="234795"/>
                  <a:pt x="268337" y="238702"/>
                </a:cubicBezTo>
                <a:lnTo>
                  <a:pt x="152251" y="282234"/>
                </a:lnTo>
                <a:cubicBezTo>
                  <a:pt x="146168" y="284522"/>
                  <a:pt x="139526" y="284522"/>
                  <a:pt x="133443" y="282234"/>
                </a:cubicBezTo>
                <a:lnTo>
                  <a:pt x="17357" y="238702"/>
                </a:lnTo>
                <a:cubicBezTo>
                  <a:pt x="6921" y="234795"/>
                  <a:pt x="0" y="224749"/>
                  <a:pt x="0" y="213587"/>
                </a:cubicBezTo>
                <a:lnTo>
                  <a:pt x="0" y="178873"/>
                </a:lnTo>
                <a:lnTo>
                  <a:pt x="71438" y="205997"/>
                </a:lnTo>
                <a:lnTo>
                  <a:pt x="71438" y="177366"/>
                </a:lnTo>
                <a:lnTo>
                  <a:pt x="0" y="150242"/>
                </a:lnTo>
                <a:close/>
                <a:moveTo>
                  <a:pt x="131769" y="228879"/>
                </a:moveTo>
                <a:cubicBezTo>
                  <a:pt x="138912" y="231614"/>
                  <a:pt x="146782" y="231614"/>
                  <a:pt x="153925" y="228879"/>
                </a:cubicBezTo>
                <a:lnTo>
                  <a:pt x="187468" y="216154"/>
                </a:lnTo>
                <a:lnTo>
                  <a:pt x="187468" y="187523"/>
                </a:lnTo>
                <a:lnTo>
                  <a:pt x="144382" y="203876"/>
                </a:lnTo>
                <a:cubicBezTo>
                  <a:pt x="143377" y="204267"/>
                  <a:pt x="142261" y="204267"/>
                  <a:pt x="141201" y="203876"/>
                </a:cubicBezTo>
                <a:lnTo>
                  <a:pt x="98115" y="187523"/>
                </a:lnTo>
                <a:lnTo>
                  <a:pt x="98115" y="216154"/>
                </a:lnTo>
                <a:lnTo>
                  <a:pt x="131657" y="228879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7" name="Text 25"/>
          <p:cNvSpPr/>
          <p:nvPr/>
        </p:nvSpPr>
        <p:spPr>
          <a:xfrm>
            <a:off x="5392341" y="4238625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Yaqin Sharq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24808" y="4581525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Arab dunyosida mashhur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5305425"/>
            <a:ext cx="6724650" cy="1257300"/>
          </a:xfrm>
          <a:custGeom>
            <a:avLst/>
            <a:gdLst/>
            <a:ahLst/>
            <a:cxnLst/>
            <a:rect l="l" t="t" r="r" b="b"/>
            <a:pathLst>
              <a:path w="6724650" h="1257300">
                <a:moveTo>
                  <a:pt x="152397" y="0"/>
                </a:moveTo>
                <a:lnTo>
                  <a:pt x="6572253" y="0"/>
                </a:lnTo>
                <a:cubicBezTo>
                  <a:pt x="6656419" y="0"/>
                  <a:pt x="6724650" y="68231"/>
                  <a:pt x="6724650" y="152397"/>
                </a:cubicBezTo>
                <a:lnTo>
                  <a:pt x="6724650" y="1104903"/>
                </a:lnTo>
                <a:cubicBezTo>
                  <a:pt x="6724650" y="1189069"/>
                  <a:pt x="6656419" y="1257300"/>
                  <a:pt x="6572253" y="1257300"/>
                </a:cubicBezTo>
                <a:lnTo>
                  <a:pt x="152397" y="1257300"/>
                </a:lnTo>
                <a:cubicBezTo>
                  <a:pt x="68231" y="1257300"/>
                  <a:pt x="0" y="1189069"/>
                  <a:pt x="0" y="1104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71500" y="56673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9A962"/>
              </a:gs>
              <a:gs pos="100000">
                <a:srgbClr val="8B7355"/>
              </a:gs>
            </a:gsLst>
            <a:lin ang="270000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695325" y="58197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257300" y="5495925"/>
            <a:ext cx="575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Ko'plab Muridlar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57300" y="5838825"/>
            <a:ext cx="57435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73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Millionlab muridlar</a:t>
            </a:r>
            <a:r>
              <a:rPr lang="en-US" sz="135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yetishtirgan va ularning soni bugun ham o'sib bormoqda.</a:t>
            </a:r>
            <a:endParaRPr lang="en-US" sz="1600" dirty="0"/>
          </a:p>
        </p:txBody>
      </p:sp>
      <p:pic>
        <p:nvPicPr>
          <p:cNvPr id="34" name="Image 0" descr="https://kimi-web-img.moonshot.cn/img/www.centralasia-travel.com/f07c066031c65e375d810dbbeb69448a782bc0d6.jpg"/>
          <p:cNvPicPr>
            <a:picLocks noChangeAspect="1"/>
          </p:cNvPicPr>
          <p:nvPr/>
        </p:nvPicPr>
        <p:blipFill>
          <a:blip r:embed="rId3"/>
          <a:srcRect l="28992" r="28992"/>
          <a:stretch/>
        </p:blipFill>
        <p:spPr>
          <a:xfrm>
            <a:off x="7330440" y="1295400"/>
            <a:ext cx="4476750" cy="5267325"/>
          </a:xfrm>
          <a:prstGeom prst="roundRect">
            <a:avLst>
              <a:gd name="adj" fmla="val 3404"/>
            </a:avLst>
          </a:prstGeom>
        </p:spPr>
      </p:pic>
      <p:sp>
        <p:nvSpPr>
          <p:cNvPr id="35" name="Shape 32"/>
          <p:cNvSpPr/>
          <p:nvPr/>
        </p:nvSpPr>
        <p:spPr>
          <a:xfrm>
            <a:off x="7330440" y="1295400"/>
            <a:ext cx="4476750" cy="5267325"/>
          </a:xfrm>
          <a:custGeom>
            <a:avLst/>
            <a:gdLst/>
            <a:ahLst/>
            <a:cxnLst/>
            <a:rect l="l" t="t" r="r" b="b"/>
            <a:pathLst>
              <a:path w="4476750" h="5267325">
                <a:moveTo>
                  <a:pt x="0" y="0"/>
                </a:moveTo>
                <a:lnTo>
                  <a:pt x="4476750" y="0"/>
                </a:lnTo>
                <a:lnTo>
                  <a:pt x="4476750" y="5267325"/>
                </a:lnTo>
                <a:lnTo>
                  <a:pt x="0" y="526732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0000"/>
                </a:srgbClr>
              </a:gs>
              <a:gs pos="50000">
                <a:srgbClr val="2C3E50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6" name="Shape 33"/>
          <p:cNvSpPr/>
          <p:nvPr/>
        </p:nvSpPr>
        <p:spPr>
          <a:xfrm>
            <a:off x="7635240" y="5076825"/>
            <a:ext cx="3867150" cy="1181100"/>
          </a:xfrm>
          <a:custGeom>
            <a:avLst/>
            <a:gdLst/>
            <a:ahLst/>
            <a:cxnLst/>
            <a:rect l="l" t="t" r="r" b="b"/>
            <a:pathLst>
              <a:path w="3867150" h="1181100">
                <a:moveTo>
                  <a:pt x="114295" y="0"/>
                </a:moveTo>
                <a:lnTo>
                  <a:pt x="3752855" y="0"/>
                </a:lnTo>
                <a:cubicBezTo>
                  <a:pt x="3815978" y="0"/>
                  <a:pt x="3867150" y="51172"/>
                  <a:pt x="3867150" y="114295"/>
                </a:cubicBezTo>
                <a:lnTo>
                  <a:pt x="3867150" y="1066805"/>
                </a:lnTo>
                <a:cubicBezTo>
                  <a:pt x="3867150" y="1129928"/>
                  <a:pt x="3815978" y="1181100"/>
                  <a:pt x="3752855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7825740" y="5267325"/>
            <a:ext cx="358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700+ Yillik Tarix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825740" y="5610225"/>
            <a:ext cx="3562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XIV asrdan bugungacha davom etayotan ma'naviy meros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vectorstock.com/de2466401fca63ae0b46e2f4dc96760c2b94246d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23958" b="2395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5000"/>
                </a:srgbClr>
              </a:gs>
              <a:gs pos="50000">
                <a:srgbClr val="8B7355">
                  <a:alpha val="90000"/>
                </a:srgbClr>
              </a:gs>
              <a:gs pos="100000">
                <a:srgbClr val="C9A962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57731" y="105728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C9A962">
              <a:alpha val="30196"/>
            </a:srgbClr>
          </a:solidFill>
          <a:ln w="50800">
            <a:solidFill>
              <a:srgbClr val="C9A96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67281" y="31527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334"/>
                  <a:pt x="102334" y="0"/>
                  <a:pt x="228600" y="0"/>
                </a:cubicBezTo>
                <a:cubicBezTo>
                  <a:pt x="258068" y="0"/>
                  <a:pt x="286286" y="5626"/>
                  <a:pt x="312182" y="15806"/>
                </a:cubicBezTo>
                <a:cubicBezTo>
                  <a:pt x="318790" y="18395"/>
                  <a:pt x="322451" y="25360"/>
                  <a:pt x="320933" y="32236"/>
                </a:cubicBezTo>
                <a:cubicBezTo>
                  <a:pt x="319415" y="39112"/>
                  <a:pt x="313075" y="43845"/>
                  <a:pt x="306020" y="43309"/>
                </a:cubicBezTo>
                <a:cubicBezTo>
                  <a:pt x="301734" y="43041"/>
                  <a:pt x="297359" y="42862"/>
                  <a:pt x="292983" y="42862"/>
                </a:cubicBezTo>
                <a:cubicBezTo>
                  <a:pt x="190381" y="42862"/>
                  <a:pt x="107246" y="125998"/>
                  <a:pt x="107246" y="228600"/>
                </a:cubicBezTo>
                <a:cubicBezTo>
                  <a:pt x="107246" y="331202"/>
                  <a:pt x="190381" y="414338"/>
                  <a:pt x="292983" y="414338"/>
                </a:cubicBezTo>
                <a:cubicBezTo>
                  <a:pt x="297359" y="414338"/>
                  <a:pt x="301734" y="414159"/>
                  <a:pt x="306020" y="413891"/>
                </a:cubicBezTo>
                <a:cubicBezTo>
                  <a:pt x="313075" y="413445"/>
                  <a:pt x="319415" y="418088"/>
                  <a:pt x="320933" y="424964"/>
                </a:cubicBezTo>
                <a:cubicBezTo>
                  <a:pt x="322451" y="431840"/>
                  <a:pt x="318790" y="438805"/>
                  <a:pt x="312182" y="441394"/>
                </a:cubicBezTo>
                <a:cubicBezTo>
                  <a:pt x="286286" y="451574"/>
                  <a:pt x="258068" y="457200"/>
                  <a:pt x="228600" y="457200"/>
                </a:cubicBezTo>
                <a:cubicBezTo>
                  <a:pt x="102334" y="457200"/>
                  <a:pt x="0" y="354866"/>
                  <a:pt x="0" y="228600"/>
                </a:cubicBezTo>
                <a:close/>
                <a:moveTo>
                  <a:pt x="335220" y="122694"/>
                </a:moveTo>
                <a:cubicBezTo>
                  <a:pt x="338346" y="116354"/>
                  <a:pt x="347454" y="116354"/>
                  <a:pt x="350580" y="122694"/>
                </a:cubicBezTo>
                <a:lnTo>
                  <a:pt x="378708" y="179665"/>
                </a:lnTo>
                <a:cubicBezTo>
                  <a:pt x="379958" y="182166"/>
                  <a:pt x="382369" y="183952"/>
                  <a:pt x="385137" y="184398"/>
                </a:cubicBezTo>
                <a:lnTo>
                  <a:pt x="448002" y="193506"/>
                </a:lnTo>
                <a:cubicBezTo>
                  <a:pt x="455057" y="194489"/>
                  <a:pt x="457825" y="203150"/>
                  <a:pt x="452735" y="208151"/>
                </a:cubicBezTo>
                <a:lnTo>
                  <a:pt x="407283" y="252442"/>
                </a:lnTo>
                <a:cubicBezTo>
                  <a:pt x="405229" y="254407"/>
                  <a:pt x="404336" y="257264"/>
                  <a:pt x="404783" y="260033"/>
                </a:cubicBezTo>
                <a:lnTo>
                  <a:pt x="415498" y="322630"/>
                </a:lnTo>
                <a:cubicBezTo>
                  <a:pt x="416659" y="329595"/>
                  <a:pt x="409337" y="334953"/>
                  <a:pt x="403086" y="331649"/>
                </a:cubicBezTo>
                <a:lnTo>
                  <a:pt x="346829" y="302091"/>
                </a:lnTo>
                <a:cubicBezTo>
                  <a:pt x="344329" y="300752"/>
                  <a:pt x="341382" y="300752"/>
                  <a:pt x="338882" y="302091"/>
                </a:cubicBezTo>
                <a:lnTo>
                  <a:pt x="282625" y="331649"/>
                </a:lnTo>
                <a:cubicBezTo>
                  <a:pt x="276374" y="334953"/>
                  <a:pt x="268962" y="329595"/>
                  <a:pt x="270212" y="322630"/>
                </a:cubicBezTo>
                <a:lnTo>
                  <a:pt x="280928" y="260032"/>
                </a:lnTo>
                <a:cubicBezTo>
                  <a:pt x="281374" y="257264"/>
                  <a:pt x="280481" y="254407"/>
                  <a:pt x="278428" y="252442"/>
                </a:cubicBezTo>
                <a:lnTo>
                  <a:pt x="233065" y="208151"/>
                </a:lnTo>
                <a:cubicBezTo>
                  <a:pt x="227975" y="203150"/>
                  <a:pt x="230743" y="194578"/>
                  <a:pt x="237798" y="193506"/>
                </a:cubicBezTo>
                <a:lnTo>
                  <a:pt x="300663" y="184398"/>
                </a:lnTo>
                <a:cubicBezTo>
                  <a:pt x="303431" y="183952"/>
                  <a:pt x="305842" y="182255"/>
                  <a:pt x="307092" y="179665"/>
                </a:cubicBezTo>
                <a:lnTo>
                  <a:pt x="335220" y="122694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6" name="Text 3"/>
          <p:cNvSpPr/>
          <p:nvPr/>
        </p:nvSpPr>
        <p:spPr>
          <a:xfrm>
            <a:off x="4962644" y="1153478"/>
            <a:ext cx="2266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5F5F5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Xulosa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281" y="187737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8" name="Shape 5"/>
          <p:cNvSpPr/>
          <p:nvPr/>
        </p:nvSpPr>
        <p:spPr>
          <a:xfrm>
            <a:off x="1832610" y="2147888"/>
            <a:ext cx="8522970" cy="1207770"/>
          </a:xfrm>
          <a:custGeom>
            <a:avLst/>
            <a:gdLst/>
            <a:ahLst/>
            <a:cxnLst/>
            <a:rect l="l" t="t" r="r" b="b"/>
            <a:pathLst>
              <a:path w="8522970" h="1207770">
                <a:moveTo>
                  <a:pt x="152396" y="0"/>
                </a:moveTo>
                <a:lnTo>
                  <a:pt x="8370574" y="0"/>
                </a:lnTo>
                <a:cubicBezTo>
                  <a:pt x="8454740" y="0"/>
                  <a:pt x="8522970" y="68230"/>
                  <a:pt x="8522970" y="152396"/>
                </a:cubicBezTo>
                <a:lnTo>
                  <a:pt x="8522970" y="1055374"/>
                </a:lnTo>
                <a:cubicBezTo>
                  <a:pt x="8522970" y="1139540"/>
                  <a:pt x="8454740" y="1207770"/>
                  <a:pt x="8370574" y="1207770"/>
                </a:cubicBezTo>
                <a:lnTo>
                  <a:pt x="152396" y="1207770"/>
                </a:lnTo>
                <a:cubicBezTo>
                  <a:pt x="68230" y="1207770"/>
                  <a:pt x="0" y="1139540"/>
                  <a:pt x="0" y="1055374"/>
                </a:cubicBezTo>
                <a:lnTo>
                  <a:pt x="0" y="152396"/>
                </a:lnTo>
                <a:cubicBezTo>
                  <a:pt x="0" y="68287"/>
                  <a:pt x="68287" y="0"/>
                  <a:pt x="1523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C9A962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07870" y="2380297"/>
            <a:ext cx="81724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C9A96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Bahauddin Naqshbandning ta'limoti</a:t>
            </a:r>
            <a:r>
              <a:rPr lang="en-US" sz="1800" dirty="0">
                <a:solidFill>
                  <a:srgbClr val="F5F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bugungi kunda ham ahamiyatli va zamonaviy.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32610" y="3553779"/>
            <a:ext cx="8522970" cy="836295"/>
          </a:xfrm>
          <a:custGeom>
            <a:avLst/>
            <a:gdLst/>
            <a:ahLst/>
            <a:cxnLst/>
            <a:rect l="l" t="t" r="r" b="b"/>
            <a:pathLst>
              <a:path w="8522970" h="836295">
                <a:moveTo>
                  <a:pt x="152398" y="0"/>
                </a:moveTo>
                <a:lnTo>
                  <a:pt x="8370572" y="0"/>
                </a:lnTo>
                <a:cubicBezTo>
                  <a:pt x="8454739" y="0"/>
                  <a:pt x="8522970" y="68231"/>
                  <a:pt x="8522970" y="152398"/>
                </a:cubicBezTo>
                <a:lnTo>
                  <a:pt x="8522970" y="683897"/>
                </a:lnTo>
                <a:cubicBezTo>
                  <a:pt x="8522970" y="768064"/>
                  <a:pt x="8454739" y="836295"/>
                  <a:pt x="8370572" y="836295"/>
                </a:cubicBezTo>
                <a:lnTo>
                  <a:pt x="152398" y="836295"/>
                </a:lnTo>
                <a:cubicBezTo>
                  <a:pt x="68287" y="836295"/>
                  <a:pt x="0" y="768008"/>
                  <a:pt x="0" y="68389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C9A962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07870" y="3786188"/>
            <a:ext cx="81724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5F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Uning g'oyalari insonlarni </a:t>
            </a:r>
            <a:r>
              <a:rPr lang="en-US" sz="1800" dirty="0">
                <a:solidFill>
                  <a:srgbClr val="F5F5F5"/>
                </a:solidFill>
                <a:highlight>
                  <a:srgbClr val="C9A96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halollik, tinchlik va ma'naviyatga </a:t>
            </a:r>
            <a:r>
              <a:rPr lang="en-US" sz="1800" dirty="0">
                <a:solidFill>
                  <a:srgbClr val="F5F5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chorlaydi.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832610" y="4740595"/>
            <a:ext cx="2712720" cy="1112520"/>
          </a:xfrm>
          <a:custGeom>
            <a:avLst/>
            <a:gdLst/>
            <a:ahLst/>
            <a:cxnLst/>
            <a:rect l="l" t="t" r="r" b="b"/>
            <a:pathLst>
              <a:path w="2712720" h="1112520">
                <a:moveTo>
                  <a:pt x="114300" y="0"/>
                </a:moveTo>
                <a:lnTo>
                  <a:pt x="2598420" y="0"/>
                </a:lnTo>
                <a:cubicBezTo>
                  <a:pt x="2661546" y="0"/>
                  <a:pt x="2712720" y="51174"/>
                  <a:pt x="2712720" y="114300"/>
                </a:cubicBezTo>
                <a:lnTo>
                  <a:pt x="2712720" y="998220"/>
                </a:lnTo>
                <a:cubicBezTo>
                  <a:pt x="2712720" y="1061346"/>
                  <a:pt x="2661546" y="1112520"/>
                  <a:pt x="2598420" y="1112520"/>
                </a:cubicBezTo>
                <a:lnTo>
                  <a:pt x="114300" y="1112520"/>
                </a:lnTo>
                <a:cubicBezTo>
                  <a:pt x="51174" y="1112520"/>
                  <a:pt x="0" y="1061346"/>
                  <a:pt x="0" y="998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962">
              <a:alpha val="20000"/>
            </a:srgbClr>
          </a:solidFill>
          <a:ln w="10160">
            <a:solidFill>
              <a:srgbClr val="C9A962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73348" y="4934903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150019" y="198239"/>
                </a:moveTo>
                <a:cubicBezTo>
                  <a:pt x="150019" y="207146"/>
                  <a:pt x="142853" y="214313"/>
                  <a:pt x="133945" y="214313"/>
                </a:cubicBezTo>
                <a:cubicBezTo>
                  <a:pt x="125038" y="214313"/>
                  <a:pt x="117872" y="207146"/>
                  <a:pt x="117872" y="198239"/>
                </a:cubicBezTo>
                <a:lnTo>
                  <a:pt x="117872" y="122828"/>
                </a:lnTo>
                <a:lnTo>
                  <a:pt x="176942" y="42662"/>
                </a:lnTo>
                <a:cubicBezTo>
                  <a:pt x="185715" y="30740"/>
                  <a:pt x="183170" y="13997"/>
                  <a:pt x="171249" y="5224"/>
                </a:cubicBezTo>
                <a:cubicBezTo>
                  <a:pt x="159328" y="-3550"/>
                  <a:pt x="142585" y="-1005"/>
                  <a:pt x="133811" y="10917"/>
                </a:cubicBezTo>
                <a:lnTo>
                  <a:pt x="71326" y="95704"/>
                </a:lnTo>
                <a:cubicBezTo>
                  <a:pt x="59807" y="111309"/>
                  <a:pt x="53578" y="130262"/>
                  <a:pt x="53578" y="149751"/>
                </a:cubicBezTo>
                <a:lnTo>
                  <a:pt x="53578" y="223890"/>
                </a:lnTo>
                <a:lnTo>
                  <a:pt x="14667" y="236882"/>
                </a:lnTo>
                <a:cubicBezTo>
                  <a:pt x="5894" y="239762"/>
                  <a:pt x="0" y="247933"/>
                  <a:pt x="0" y="257175"/>
                </a:cubicBezTo>
                <a:lnTo>
                  <a:pt x="0" y="321469"/>
                </a:lnTo>
                <a:cubicBezTo>
                  <a:pt x="0" y="328166"/>
                  <a:pt x="3148" y="334528"/>
                  <a:pt x="8506" y="338547"/>
                </a:cubicBezTo>
                <a:cubicBezTo>
                  <a:pt x="13863" y="342565"/>
                  <a:pt x="20828" y="343905"/>
                  <a:pt x="27325" y="342029"/>
                </a:cubicBezTo>
                <a:lnTo>
                  <a:pt x="130731" y="312494"/>
                </a:lnTo>
                <a:cubicBezTo>
                  <a:pt x="167566" y="301980"/>
                  <a:pt x="192881" y="268359"/>
                  <a:pt x="192881" y="230051"/>
                </a:cubicBezTo>
                <a:lnTo>
                  <a:pt x="192881" y="150019"/>
                </a:lnTo>
                <a:cubicBezTo>
                  <a:pt x="192881" y="138165"/>
                  <a:pt x="183304" y="128588"/>
                  <a:pt x="171450" y="128588"/>
                </a:cubicBezTo>
                <a:cubicBezTo>
                  <a:pt x="159596" y="128588"/>
                  <a:pt x="150019" y="138165"/>
                  <a:pt x="150019" y="150019"/>
                </a:cubicBezTo>
                <a:lnTo>
                  <a:pt x="150019" y="198239"/>
                </a:lnTo>
                <a:close/>
                <a:moveTo>
                  <a:pt x="278606" y="198239"/>
                </a:moveTo>
                <a:lnTo>
                  <a:pt x="278606" y="150019"/>
                </a:lnTo>
                <a:cubicBezTo>
                  <a:pt x="278606" y="138165"/>
                  <a:pt x="269029" y="128588"/>
                  <a:pt x="257175" y="128588"/>
                </a:cubicBezTo>
                <a:cubicBezTo>
                  <a:pt x="245321" y="128588"/>
                  <a:pt x="235744" y="138165"/>
                  <a:pt x="235744" y="150019"/>
                </a:cubicBezTo>
                <a:lnTo>
                  <a:pt x="235744" y="230118"/>
                </a:lnTo>
                <a:cubicBezTo>
                  <a:pt x="235744" y="268426"/>
                  <a:pt x="261126" y="302047"/>
                  <a:pt x="297894" y="312561"/>
                </a:cubicBezTo>
                <a:lnTo>
                  <a:pt x="401300" y="342096"/>
                </a:lnTo>
                <a:cubicBezTo>
                  <a:pt x="407797" y="343972"/>
                  <a:pt x="414695" y="342632"/>
                  <a:pt x="420119" y="338614"/>
                </a:cubicBezTo>
                <a:cubicBezTo>
                  <a:pt x="425544" y="334595"/>
                  <a:pt x="428625" y="328166"/>
                  <a:pt x="428625" y="321469"/>
                </a:cubicBezTo>
                <a:lnTo>
                  <a:pt x="428625" y="257175"/>
                </a:lnTo>
                <a:cubicBezTo>
                  <a:pt x="428625" y="247933"/>
                  <a:pt x="422731" y="239762"/>
                  <a:pt x="413958" y="236815"/>
                </a:cubicBezTo>
                <a:lnTo>
                  <a:pt x="375047" y="223823"/>
                </a:lnTo>
                <a:lnTo>
                  <a:pt x="375047" y="149684"/>
                </a:lnTo>
                <a:cubicBezTo>
                  <a:pt x="375047" y="130262"/>
                  <a:pt x="368818" y="111309"/>
                  <a:pt x="357299" y="95637"/>
                </a:cubicBezTo>
                <a:lnTo>
                  <a:pt x="294814" y="10917"/>
                </a:lnTo>
                <a:cubicBezTo>
                  <a:pt x="286040" y="-1005"/>
                  <a:pt x="269297" y="-3550"/>
                  <a:pt x="257376" y="5224"/>
                </a:cubicBezTo>
                <a:cubicBezTo>
                  <a:pt x="245455" y="13997"/>
                  <a:pt x="242910" y="30740"/>
                  <a:pt x="251683" y="42662"/>
                </a:cubicBezTo>
                <a:lnTo>
                  <a:pt x="310753" y="122828"/>
                </a:lnTo>
                <a:lnTo>
                  <a:pt x="310753" y="198239"/>
                </a:lnTo>
                <a:cubicBezTo>
                  <a:pt x="310753" y="207146"/>
                  <a:pt x="303587" y="214313"/>
                  <a:pt x="294680" y="214313"/>
                </a:cubicBezTo>
                <a:cubicBezTo>
                  <a:pt x="285772" y="214313"/>
                  <a:pt x="278606" y="207146"/>
                  <a:pt x="278606" y="198239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14" name="Text 11"/>
          <p:cNvSpPr/>
          <p:nvPr/>
        </p:nvSpPr>
        <p:spPr>
          <a:xfrm>
            <a:off x="1979295" y="5392103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Halollik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740831" y="4740595"/>
            <a:ext cx="2712720" cy="1112520"/>
          </a:xfrm>
          <a:custGeom>
            <a:avLst/>
            <a:gdLst/>
            <a:ahLst/>
            <a:cxnLst/>
            <a:rect l="l" t="t" r="r" b="b"/>
            <a:pathLst>
              <a:path w="2712720" h="1112520">
                <a:moveTo>
                  <a:pt x="114300" y="0"/>
                </a:moveTo>
                <a:lnTo>
                  <a:pt x="2598420" y="0"/>
                </a:lnTo>
                <a:cubicBezTo>
                  <a:pt x="2661546" y="0"/>
                  <a:pt x="2712720" y="51174"/>
                  <a:pt x="2712720" y="114300"/>
                </a:cubicBezTo>
                <a:lnTo>
                  <a:pt x="2712720" y="998220"/>
                </a:lnTo>
                <a:cubicBezTo>
                  <a:pt x="2712720" y="1061346"/>
                  <a:pt x="2661546" y="1112520"/>
                  <a:pt x="2598420" y="1112520"/>
                </a:cubicBezTo>
                <a:lnTo>
                  <a:pt x="114300" y="1112520"/>
                </a:lnTo>
                <a:cubicBezTo>
                  <a:pt x="51174" y="1112520"/>
                  <a:pt x="0" y="1061346"/>
                  <a:pt x="0" y="998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962">
              <a:alpha val="20000"/>
            </a:srgbClr>
          </a:solidFill>
          <a:ln w="10160">
            <a:solidFill>
              <a:srgbClr val="C9A962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24431" y="493490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50019" y="298229"/>
                </a:moveTo>
                <a:lnTo>
                  <a:pt x="150019" y="216657"/>
                </a:lnTo>
                <a:lnTo>
                  <a:pt x="86864" y="268292"/>
                </a:lnTo>
                <a:cubicBezTo>
                  <a:pt x="104343" y="283562"/>
                  <a:pt x="126043" y="294211"/>
                  <a:pt x="150019" y="298229"/>
                </a:cubicBezTo>
                <a:close/>
                <a:moveTo>
                  <a:pt x="59740" y="235141"/>
                </a:moveTo>
                <a:lnTo>
                  <a:pt x="150019" y="161270"/>
                </a:lnTo>
                <a:lnTo>
                  <a:pt x="150019" y="44671"/>
                </a:lnTo>
                <a:cubicBezTo>
                  <a:pt x="89208" y="54851"/>
                  <a:pt x="42863" y="107759"/>
                  <a:pt x="42863" y="171450"/>
                </a:cubicBezTo>
                <a:cubicBezTo>
                  <a:pt x="42863" y="194623"/>
                  <a:pt x="49024" y="216389"/>
                  <a:pt x="59740" y="235141"/>
                </a:cubicBezTo>
                <a:close/>
                <a:moveTo>
                  <a:pt x="256036" y="268292"/>
                </a:moveTo>
                <a:lnTo>
                  <a:pt x="192881" y="216657"/>
                </a:lnTo>
                <a:lnTo>
                  <a:pt x="192881" y="298229"/>
                </a:lnTo>
                <a:cubicBezTo>
                  <a:pt x="216790" y="294211"/>
                  <a:pt x="238490" y="283562"/>
                  <a:pt x="256036" y="268292"/>
                </a:cubicBezTo>
                <a:close/>
                <a:moveTo>
                  <a:pt x="283227" y="235141"/>
                </a:moveTo>
                <a:cubicBezTo>
                  <a:pt x="293943" y="216389"/>
                  <a:pt x="300104" y="194623"/>
                  <a:pt x="300104" y="171450"/>
                </a:cubicBezTo>
                <a:cubicBezTo>
                  <a:pt x="300104" y="107759"/>
                  <a:pt x="253759" y="54851"/>
                  <a:pt x="192948" y="44671"/>
                </a:cubicBezTo>
                <a:lnTo>
                  <a:pt x="192948" y="161337"/>
                </a:lnTo>
                <a:lnTo>
                  <a:pt x="283227" y="235208"/>
                </a:lnTo>
                <a:close/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17" name="Text 14"/>
          <p:cNvSpPr/>
          <p:nvPr/>
        </p:nvSpPr>
        <p:spPr>
          <a:xfrm>
            <a:off x="4887516" y="5392103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Tinchlik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49171" y="4740595"/>
            <a:ext cx="2712720" cy="1112520"/>
          </a:xfrm>
          <a:custGeom>
            <a:avLst/>
            <a:gdLst/>
            <a:ahLst/>
            <a:cxnLst/>
            <a:rect l="l" t="t" r="r" b="b"/>
            <a:pathLst>
              <a:path w="2712720" h="1112520">
                <a:moveTo>
                  <a:pt x="114300" y="0"/>
                </a:moveTo>
                <a:lnTo>
                  <a:pt x="2598420" y="0"/>
                </a:lnTo>
                <a:cubicBezTo>
                  <a:pt x="2661546" y="0"/>
                  <a:pt x="2712720" y="51174"/>
                  <a:pt x="2712720" y="114300"/>
                </a:cubicBezTo>
                <a:lnTo>
                  <a:pt x="2712720" y="998220"/>
                </a:lnTo>
                <a:cubicBezTo>
                  <a:pt x="2712720" y="1061346"/>
                  <a:pt x="2661546" y="1112520"/>
                  <a:pt x="2598420" y="1112520"/>
                </a:cubicBezTo>
                <a:lnTo>
                  <a:pt x="114300" y="1112520"/>
                </a:lnTo>
                <a:cubicBezTo>
                  <a:pt x="51174" y="1112520"/>
                  <a:pt x="0" y="1061346"/>
                  <a:pt x="0" y="998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C9A962">
              <a:alpha val="20000"/>
            </a:srgbClr>
          </a:solidFill>
          <a:ln w="10160">
            <a:solidFill>
              <a:srgbClr val="C9A962">
                <a:alpha val="4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832771" y="493490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61404" y="58333"/>
                </a:moveTo>
                <a:lnTo>
                  <a:pt x="171450" y="72197"/>
                </a:lnTo>
                <a:lnTo>
                  <a:pt x="181496" y="58333"/>
                </a:lnTo>
                <a:cubicBezTo>
                  <a:pt x="198239" y="35161"/>
                  <a:pt x="225162" y="21431"/>
                  <a:pt x="253759" y="21431"/>
                </a:cubicBezTo>
                <a:cubicBezTo>
                  <a:pt x="302984" y="21431"/>
                  <a:pt x="342900" y="61347"/>
                  <a:pt x="342900" y="110572"/>
                </a:cubicBezTo>
                <a:lnTo>
                  <a:pt x="342900" y="112313"/>
                </a:lnTo>
                <a:cubicBezTo>
                  <a:pt x="342900" y="187456"/>
                  <a:pt x="249205" y="274722"/>
                  <a:pt x="200315" y="312026"/>
                </a:cubicBezTo>
                <a:cubicBezTo>
                  <a:pt x="192011" y="318321"/>
                  <a:pt x="181831" y="321469"/>
                  <a:pt x="171450" y="321469"/>
                </a:cubicBezTo>
                <a:cubicBezTo>
                  <a:pt x="161069" y="321469"/>
                  <a:pt x="150822" y="318388"/>
                  <a:pt x="142585" y="312026"/>
                </a:cubicBezTo>
                <a:cubicBezTo>
                  <a:pt x="93695" y="274722"/>
                  <a:pt x="0" y="187456"/>
                  <a:pt x="0" y="112313"/>
                </a:cubicBezTo>
                <a:lnTo>
                  <a:pt x="0" y="110572"/>
                </a:lnTo>
                <a:cubicBezTo>
                  <a:pt x="0" y="61347"/>
                  <a:pt x="39916" y="21431"/>
                  <a:pt x="89141" y="21431"/>
                </a:cubicBezTo>
                <a:cubicBezTo>
                  <a:pt x="117738" y="21431"/>
                  <a:pt x="144661" y="35161"/>
                  <a:pt x="161404" y="58333"/>
                </a:cubicBezTo>
                <a:close/>
              </a:path>
            </a:pathLst>
          </a:custGeom>
          <a:solidFill>
            <a:srgbClr val="C9A962"/>
          </a:solidFill>
          <a:ln/>
        </p:spPr>
      </p:sp>
      <p:sp>
        <p:nvSpPr>
          <p:cNvPr id="20" name="Text 17"/>
          <p:cNvSpPr/>
          <p:nvPr/>
        </p:nvSpPr>
        <p:spPr>
          <a:xfrm>
            <a:off x="7795856" y="5392103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5F5F5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Ma'naviyat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290179" y="6085522"/>
            <a:ext cx="3609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C9A96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"Dil ba yoru, dast ba kor"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313992" y="6504622"/>
            <a:ext cx="3562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5F5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Ko'ngil Allohda, qo'l mehnatda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406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思源宋体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Bahauddin Naqshband Hayoti va Merosi</dc:title>
  <dc:subject>Bahauddin Naqshband Hayoti va Merosi</dc:subject>
  <dc:creator>Kimi</dc:creator>
  <cp:lastModifiedBy>Foruh Yoqubjonov</cp:lastModifiedBy>
  <cp:revision>2</cp:revision>
  <dcterms:created xsi:type="dcterms:W3CDTF">2026-04-14T07:10:24Z</dcterms:created>
  <dcterms:modified xsi:type="dcterms:W3CDTF">2026-05-26T07:32:16Z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{"Label":"Bahauddin Naqshband Hayoti va Merosi","ContentProducer":"001191110108MACG2KBH8F10000","ProduceID":"19d8ad33-1862-832d-8000-00008ffa2bec","ReservedCode1":"","ContentPropagator":"001191110108MACG2KBH8F20000","PropagateID":"19d8ad33-1862-832d-8000-00008ffa2bec","ReservedCode2":""}</vt:lpwstr>
  </property>
</Properties>
</file>