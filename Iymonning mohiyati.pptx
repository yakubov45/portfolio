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MiSans" panose="020B0604020202020204" charset="-122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75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3694352587d181e9f3541419468490ee7e0c5b3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>
                  <a:alpha val="85000"/>
                </a:srgbClr>
              </a:gs>
              <a:gs pos="50000">
                <a:srgbClr val="2D5A4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686532" y="1440180"/>
            <a:ext cx="48196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mohiyati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53000" y="401193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8" name="Shape 5"/>
          <p:cNvSpPr/>
          <p:nvPr/>
        </p:nvSpPr>
        <p:spPr>
          <a:xfrm rot="2700000">
            <a:off x="5988237" y="392321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9" name="Shape 6"/>
          <p:cNvSpPr/>
          <p:nvPr/>
        </p:nvSpPr>
        <p:spPr>
          <a:xfrm>
            <a:off x="6324600" y="401193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0" name="Text 7"/>
          <p:cNvSpPr/>
          <p:nvPr/>
        </p:nvSpPr>
        <p:spPr>
          <a:xfrm>
            <a:off x="4995267" y="4411980"/>
            <a:ext cx="220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kern="0" spc="56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va amal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9100" y="412313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nima?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50000">
                <a:srgbClr val="C4A35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257300"/>
            <a:ext cx="6705600" cy="1609725"/>
          </a:xfrm>
          <a:custGeom>
            <a:avLst/>
            <a:gdLst/>
            <a:ahLst/>
            <a:cxnLst/>
            <a:rect l="l" t="t" r="r" b="b"/>
            <a:pathLst>
              <a:path w="6705600" h="1609725">
                <a:moveTo>
                  <a:pt x="38100" y="0"/>
                </a:moveTo>
                <a:lnTo>
                  <a:pt x="6553207" y="0"/>
                </a:lnTo>
                <a:cubicBezTo>
                  <a:pt x="6637371" y="0"/>
                  <a:pt x="6705600" y="68229"/>
                  <a:pt x="6705600" y="152393"/>
                </a:cubicBezTo>
                <a:lnTo>
                  <a:pt x="6705600" y="1457332"/>
                </a:lnTo>
                <a:cubicBezTo>
                  <a:pt x="6705600" y="1541496"/>
                  <a:pt x="6637371" y="1609725"/>
                  <a:pt x="6553207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6136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D5A4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17279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1575554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Allohga ishonish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1994535"/>
            <a:ext cx="5705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- bu Allohning borligi va birligiga chin dildan ishonish, Uni tasdiqlash va Unga muhabbat bilan yondashishdir.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60621"/>
            <a:ext cx="6705600" cy="1609725"/>
          </a:xfrm>
          <a:custGeom>
            <a:avLst/>
            <a:gdLst/>
            <a:ahLst/>
            <a:cxnLst/>
            <a:rect l="l" t="t" r="r" b="b"/>
            <a:pathLst>
              <a:path w="6705600" h="1609725">
                <a:moveTo>
                  <a:pt x="38100" y="0"/>
                </a:moveTo>
                <a:lnTo>
                  <a:pt x="6553207" y="0"/>
                </a:lnTo>
                <a:cubicBezTo>
                  <a:pt x="6637371" y="0"/>
                  <a:pt x="6705600" y="68229"/>
                  <a:pt x="6705600" y="152393"/>
                </a:cubicBezTo>
                <a:lnTo>
                  <a:pt x="6705600" y="1457332"/>
                </a:lnTo>
                <a:cubicBezTo>
                  <a:pt x="6705600" y="1541496"/>
                  <a:pt x="6637371" y="1609725"/>
                  <a:pt x="6553207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060621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34170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A35A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5313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3378994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Payg'ambarlarga ishonish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7300" y="3797975"/>
            <a:ext cx="5705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Muhammad (s.a.v.) va boshqa barcha payg'ambarlar keltirgan narsalarga ishonish, ularning risolatini qabul qilish.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864060"/>
            <a:ext cx="6705600" cy="1609725"/>
          </a:xfrm>
          <a:custGeom>
            <a:avLst/>
            <a:gdLst/>
            <a:ahLst/>
            <a:cxnLst/>
            <a:rect l="l" t="t" r="r" b="b"/>
            <a:pathLst>
              <a:path w="6705600" h="1609725">
                <a:moveTo>
                  <a:pt x="38100" y="0"/>
                </a:moveTo>
                <a:lnTo>
                  <a:pt x="6553207" y="0"/>
                </a:lnTo>
                <a:cubicBezTo>
                  <a:pt x="6637371" y="0"/>
                  <a:pt x="6705600" y="68229"/>
                  <a:pt x="6705600" y="152393"/>
                </a:cubicBezTo>
                <a:lnTo>
                  <a:pt x="6705600" y="1457332"/>
                </a:lnTo>
                <a:cubicBezTo>
                  <a:pt x="6705600" y="1541496"/>
                  <a:pt x="6637371" y="1609725"/>
                  <a:pt x="6553207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486406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52205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4513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7713" y="533483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8045" y="100013"/>
                </a:moveTo>
                <a:lnTo>
                  <a:pt x="179130" y="100013"/>
                </a:lnTo>
                <a:cubicBezTo>
                  <a:pt x="198552" y="100013"/>
                  <a:pt x="214313" y="84252"/>
                  <a:pt x="214313" y="64830"/>
                </a:cubicBezTo>
                <a:cubicBezTo>
                  <a:pt x="214313" y="53444"/>
                  <a:pt x="208821" y="42773"/>
                  <a:pt x="199534" y="36165"/>
                </a:cubicBezTo>
                <a:lnTo>
                  <a:pt x="132740" y="-11341"/>
                </a:lnTo>
                <a:cubicBezTo>
                  <a:pt x="130239" y="-13082"/>
                  <a:pt x="126936" y="-13082"/>
                  <a:pt x="124480" y="-11341"/>
                </a:cubicBezTo>
                <a:lnTo>
                  <a:pt x="57641" y="36165"/>
                </a:lnTo>
                <a:cubicBezTo>
                  <a:pt x="48354" y="42773"/>
                  <a:pt x="42863" y="53444"/>
                  <a:pt x="42863" y="64830"/>
                </a:cubicBezTo>
                <a:cubicBezTo>
                  <a:pt x="42863" y="84252"/>
                  <a:pt x="58623" y="100013"/>
                  <a:pt x="78045" y="100013"/>
                </a:cubicBezTo>
                <a:close/>
                <a:moveTo>
                  <a:pt x="228600" y="228600"/>
                </a:moveTo>
                <a:cubicBezTo>
                  <a:pt x="244361" y="228600"/>
                  <a:pt x="257175" y="215786"/>
                  <a:pt x="257175" y="200025"/>
                </a:cubicBezTo>
                <a:lnTo>
                  <a:pt x="257175" y="100013"/>
                </a:lnTo>
                <a:cubicBezTo>
                  <a:pt x="257175" y="92110"/>
                  <a:pt x="250790" y="85725"/>
                  <a:pt x="242888" y="85725"/>
                </a:cubicBezTo>
                <a:cubicBezTo>
                  <a:pt x="234985" y="85725"/>
                  <a:pt x="228600" y="92110"/>
                  <a:pt x="228600" y="100013"/>
                </a:cubicBezTo>
                <a:lnTo>
                  <a:pt x="228600" y="121444"/>
                </a:lnTo>
                <a:lnTo>
                  <a:pt x="28575" y="121444"/>
                </a:lnTo>
                <a:lnTo>
                  <a:pt x="28575" y="100013"/>
                </a:ln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28600" y="228600"/>
                </a:lnTo>
                <a:close/>
                <a:moveTo>
                  <a:pt x="107156" y="171450"/>
                </a:moveTo>
                <a:cubicBezTo>
                  <a:pt x="107156" y="159618"/>
                  <a:pt x="116756" y="150019"/>
                  <a:pt x="128588" y="150019"/>
                </a:cubicBezTo>
                <a:cubicBezTo>
                  <a:pt x="140419" y="150019"/>
                  <a:pt x="150019" y="159618"/>
                  <a:pt x="150019" y="171450"/>
                </a:cubicBezTo>
                <a:lnTo>
                  <a:pt x="150019" y="207169"/>
                </a:lnTo>
                <a:lnTo>
                  <a:pt x="107156" y="207169"/>
                </a:lnTo>
                <a:lnTo>
                  <a:pt x="107156" y="171450"/>
                </a:ln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5182434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Islomning asosiy ustuni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57300" y="5601415"/>
            <a:ext cx="57054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Islom dinining eng muhim ustunidir. U barcha ibodatlar va yaxshi amallarning poydevori hisoblanadi.</a:t>
            </a:r>
            <a:endParaRPr lang="en-US" sz="1600" dirty="0"/>
          </a:p>
        </p:txBody>
      </p:sp>
      <p:pic>
        <p:nvPicPr>
          <p:cNvPr id="24" name="Image 0" descr="https://kimi-web-img.moonshot.cn/img/static.vecteezy.com/80bbe55fe6c6ae5c02a45910093d8cd1693d63e8.jpg"/>
          <p:cNvPicPr>
            <a:picLocks noChangeAspect="1"/>
          </p:cNvPicPr>
          <p:nvPr/>
        </p:nvPicPr>
        <p:blipFill>
          <a:blip r:embed="rId3"/>
          <a:srcRect l="16784" r="16784"/>
          <a:stretch/>
        </p:blipFill>
        <p:spPr>
          <a:xfrm>
            <a:off x="7219950" y="1782847"/>
            <a:ext cx="4814813" cy="3954293"/>
          </a:xfrm>
          <a:prstGeom prst="roundRect">
            <a:avLst>
              <a:gd name="adj" fmla="val 4145"/>
            </a:avLst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448486"/>
            <a:ext cx="383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Iymonning tarkibi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50000">
                <a:srgbClr val="C4A35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333375" y="1181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ikki asosiy tarkibiy qismdan iborat: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04997" y="1604601"/>
            <a:ext cx="4381500" cy="4305300"/>
          </a:xfrm>
          <a:custGeom>
            <a:avLst/>
            <a:gdLst/>
            <a:ahLst/>
            <a:cxnLst/>
            <a:rect l="l" t="t" r="r" b="b"/>
            <a:pathLst>
              <a:path w="4381500" h="43053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4076689"/>
                </a:lnTo>
                <a:cubicBezTo>
                  <a:pt x="4381500" y="4202947"/>
                  <a:pt x="4279147" y="4305300"/>
                  <a:pt x="4152889" y="4305300"/>
                </a:cubicBezTo>
                <a:lnTo>
                  <a:pt x="228611" y="4305300"/>
                </a:lnTo>
                <a:cubicBezTo>
                  <a:pt x="102353" y="4305300"/>
                  <a:pt x="0" y="4202947"/>
                  <a:pt x="0" y="4076689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04997" y="1604601"/>
            <a:ext cx="4381500" cy="76200"/>
          </a:xfrm>
          <a:custGeom>
            <a:avLst/>
            <a:gdLst/>
            <a:ahLst/>
            <a:cxnLst/>
            <a:rect l="l" t="t" r="r" b="b"/>
            <a:pathLst>
              <a:path w="4381500" h="762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9" name="Shape 7"/>
          <p:cNvSpPr/>
          <p:nvPr/>
        </p:nvSpPr>
        <p:spPr>
          <a:xfrm>
            <a:off x="3037475" y="1947501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100000">
                <a:srgbClr val="2D5A4A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6075" y="21761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11" name="Text 9"/>
          <p:cNvSpPr/>
          <p:nvPr/>
        </p:nvSpPr>
        <p:spPr>
          <a:xfrm>
            <a:off x="2973301" y="3014301"/>
            <a:ext cx="1209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13675" y="347150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1552647" y="3662001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Qalb bilan ishonish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66935" y="4080982"/>
            <a:ext cx="3857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- bu qalb bilan chin dildan ishonish, aql bilan tasdiqlash va til bilan iqror qilishdir. Bu iymonning ichki qismidir.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09797" y="5069201"/>
            <a:ext cx="3771900" cy="533400"/>
          </a:xfrm>
          <a:custGeom>
            <a:avLst/>
            <a:gdLst/>
            <a:ahLst/>
            <a:cxnLst/>
            <a:rect l="l" t="t" r="r" b="b"/>
            <a:pathLst>
              <a:path w="3771900" h="533400">
                <a:moveTo>
                  <a:pt x="114302" y="0"/>
                </a:moveTo>
                <a:lnTo>
                  <a:pt x="3657598" y="0"/>
                </a:lnTo>
                <a:cubicBezTo>
                  <a:pt x="3720683" y="0"/>
                  <a:pt x="3771900" y="51217"/>
                  <a:pt x="3771900" y="114302"/>
                </a:cubicBezTo>
                <a:lnTo>
                  <a:pt x="3771900" y="419098"/>
                </a:lnTo>
                <a:cubicBezTo>
                  <a:pt x="3771900" y="482183"/>
                  <a:pt x="3720683" y="533400"/>
                  <a:pt x="36575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D5A4A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24097" y="5221601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"Qalbdagi ishonch, aqdagi tasdiq"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05503" y="1600200"/>
            <a:ext cx="4381500" cy="4305300"/>
          </a:xfrm>
          <a:custGeom>
            <a:avLst/>
            <a:gdLst/>
            <a:ahLst/>
            <a:cxnLst/>
            <a:rect l="l" t="t" r="r" b="b"/>
            <a:pathLst>
              <a:path w="4381500" h="43053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4076689"/>
                </a:lnTo>
                <a:cubicBezTo>
                  <a:pt x="4381500" y="4202947"/>
                  <a:pt x="4279147" y="4305300"/>
                  <a:pt x="4152889" y="4305300"/>
                </a:cubicBezTo>
                <a:lnTo>
                  <a:pt x="228611" y="4305300"/>
                </a:lnTo>
                <a:cubicBezTo>
                  <a:pt x="102353" y="4305300"/>
                  <a:pt x="0" y="4202947"/>
                  <a:pt x="0" y="4076689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05503" y="1600200"/>
            <a:ext cx="4381500" cy="76200"/>
          </a:xfrm>
          <a:custGeom>
            <a:avLst/>
            <a:gdLst/>
            <a:ahLst/>
            <a:cxnLst/>
            <a:rect l="l" t="t" r="r" b="b"/>
            <a:pathLst>
              <a:path w="4381500" h="762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27" name="Shape 25"/>
          <p:cNvSpPr/>
          <p:nvPr/>
        </p:nvSpPr>
        <p:spPr>
          <a:xfrm>
            <a:off x="8238101" y="1943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100000">
                <a:srgbClr val="C4A35A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66701" y="217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42875"/>
                </a:moveTo>
                <a:lnTo>
                  <a:pt x="457111" y="207705"/>
                </a:lnTo>
                <a:cubicBezTo>
                  <a:pt x="457111" y="247710"/>
                  <a:pt x="441394" y="285482"/>
                  <a:pt x="414338" y="313432"/>
                </a:cubicBezTo>
                <a:cubicBezTo>
                  <a:pt x="414070" y="244673"/>
                  <a:pt x="378529" y="180915"/>
                  <a:pt x="320219" y="144393"/>
                </a:cubicBezTo>
                <a:lnTo>
                  <a:pt x="318522" y="143321"/>
                </a:lnTo>
                <a:cubicBezTo>
                  <a:pt x="320754" y="140018"/>
                  <a:pt x="321022" y="135642"/>
                  <a:pt x="318879" y="131981"/>
                </a:cubicBezTo>
                <a:lnTo>
                  <a:pt x="263515" y="36076"/>
                </a:lnTo>
                <a:cubicBezTo>
                  <a:pt x="257621" y="25807"/>
                  <a:pt x="261104" y="12680"/>
                  <a:pt x="271373" y="6787"/>
                </a:cubicBezTo>
                <a:cubicBezTo>
                  <a:pt x="281642" y="893"/>
                  <a:pt x="294680" y="4465"/>
                  <a:pt x="300573" y="14734"/>
                </a:cubicBezTo>
                <a:lnTo>
                  <a:pt x="361295" y="119926"/>
                </a:lnTo>
                <a:lnTo>
                  <a:pt x="361295" y="119926"/>
                </a:lnTo>
                <a:lnTo>
                  <a:pt x="361295" y="119926"/>
                </a:lnTo>
                <a:lnTo>
                  <a:pt x="399961" y="186898"/>
                </a:lnTo>
                <a:lnTo>
                  <a:pt x="400050" y="142875"/>
                </a:lnTo>
                <a:cubicBezTo>
                  <a:pt x="400050" y="127069"/>
                  <a:pt x="412909" y="114300"/>
                  <a:pt x="428625" y="114300"/>
                </a:cubicBezTo>
                <a:cubicBezTo>
                  <a:pt x="444341" y="114300"/>
                  <a:pt x="457200" y="127159"/>
                  <a:pt x="457200" y="142875"/>
                </a:cubicBezTo>
                <a:close/>
                <a:moveTo>
                  <a:pt x="266462" y="110907"/>
                </a:moveTo>
                <a:cubicBezTo>
                  <a:pt x="253871" y="103049"/>
                  <a:pt x="239851" y="99566"/>
                  <a:pt x="226100" y="100102"/>
                </a:cubicBezTo>
                <a:lnTo>
                  <a:pt x="193506" y="43577"/>
                </a:lnTo>
                <a:cubicBezTo>
                  <a:pt x="187613" y="33308"/>
                  <a:pt x="191095" y="20181"/>
                  <a:pt x="201364" y="14288"/>
                </a:cubicBezTo>
                <a:cubicBezTo>
                  <a:pt x="211634" y="8394"/>
                  <a:pt x="224760" y="11876"/>
                  <a:pt x="230654" y="22146"/>
                </a:cubicBezTo>
                <a:lnTo>
                  <a:pt x="290572" y="125909"/>
                </a:lnTo>
                <a:lnTo>
                  <a:pt x="266462" y="110817"/>
                </a:lnTo>
                <a:close/>
                <a:moveTo>
                  <a:pt x="189220" y="79028"/>
                </a:moveTo>
                <a:lnTo>
                  <a:pt x="203865" y="104388"/>
                </a:lnTo>
                <a:cubicBezTo>
                  <a:pt x="190381" y="109299"/>
                  <a:pt x="178326" y="118318"/>
                  <a:pt x="169664" y="130909"/>
                </a:cubicBezTo>
                <a:lnTo>
                  <a:pt x="152073" y="100370"/>
                </a:lnTo>
                <a:cubicBezTo>
                  <a:pt x="146179" y="90101"/>
                  <a:pt x="149662" y="76974"/>
                  <a:pt x="159931" y="71080"/>
                </a:cubicBezTo>
                <a:cubicBezTo>
                  <a:pt x="170200" y="65187"/>
                  <a:pt x="183326" y="68669"/>
                  <a:pt x="189220" y="78938"/>
                </a:cubicBezTo>
                <a:close/>
                <a:moveTo>
                  <a:pt x="147786" y="135910"/>
                </a:moveTo>
                <a:lnTo>
                  <a:pt x="158948" y="155287"/>
                </a:lnTo>
                <a:cubicBezTo>
                  <a:pt x="157163" y="162967"/>
                  <a:pt x="156716" y="170914"/>
                  <a:pt x="157430" y="178594"/>
                </a:cubicBezTo>
                <a:lnTo>
                  <a:pt x="153591" y="178594"/>
                </a:lnTo>
                <a:lnTo>
                  <a:pt x="153591" y="178594"/>
                </a:lnTo>
                <a:lnTo>
                  <a:pt x="122873" y="178594"/>
                </a:lnTo>
                <a:lnTo>
                  <a:pt x="110639" y="157341"/>
                </a:lnTo>
                <a:cubicBezTo>
                  <a:pt x="104745" y="147072"/>
                  <a:pt x="108228" y="133945"/>
                  <a:pt x="118497" y="128052"/>
                </a:cubicBezTo>
                <a:cubicBezTo>
                  <a:pt x="128766" y="122158"/>
                  <a:pt x="141893" y="125641"/>
                  <a:pt x="147786" y="135910"/>
                </a:cubicBezTo>
                <a:close/>
                <a:moveTo>
                  <a:pt x="204401" y="156270"/>
                </a:moveTo>
                <a:cubicBezTo>
                  <a:pt x="212794" y="142875"/>
                  <a:pt x="230386" y="138857"/>
                  <a:pt x="243780" y="147161"/>
                </a:cubicBezTo>
                <a:lnTo>
                  <a:pt x="297537" y="180737"/>
                </a:lnTo>
                <a:cubicBezTo>
                  <a:pt x="343525" y="209580"/>
                  <a:pt x="371475" y="260033"/>
                  <a:pt x="371475" y="314325"/>
                </a:cubicBezTo>
                <a:lnTo>
                  <a:pt x="371475" y="321469"/>
                </a:lnTo>
                <a:cubicBezTo>
                  <a:pt x="371475" y="396389"/>
                  <a:pt x="310664" y="457200"/>
                  <a:pt x="235744" y="457200"/>
                </a:cubicBezTo>
                <a:lnTo>
                  <a:pt x="78581" y="457200"/>
                </a:lnTo>
                <a:cubicBezTo>
                  <a:pt x="66705" y="457200"/>
                  <a:pt x="57150" y="447645"/>
                  <a:pt x="57150" y="435769"/>
                </a:cubicBezTo>
                <a:cubicBezTo>
                  <a:pt x="57150" y="423892"/>
                  <a:pt x="66705" y="414338"/>
                  <a:pt x="78581" y="414338"/>
                </a:cubicBezTo>
                <a:lnTo>
                  <a:pt x="160734" y="414338"/>
                </a:lnTo>
                <a:cubicBezTo>
                  <a:pt x="166628" y="414338"/>
                  <a:pt x="171450" y="409515"/>
                  <a:pt x="171450" y="403622"/>
                </a:cubicBezTo>
                <a:cubicBezTo>
                  <a:pt x="171450" y="397728"/>
                  <a:pt x="166628" y="392906"/>
                  <a:pt x="160734" y="392906"/>
                </a:cubicBezTo>
                <a:lnTo>
                  <a:pt x="50006" y="392906"/>
                </a:lnTo>
                <a:cubicBezTo>
                  <a:pt x="38130" y="392906"/>
                  <a:pt x="28575" y="383351"/>
                  <a:pt x="28575" y="371475"/>
                </a:cubicBezTo>
                <a:cubicBezTo>
                  <a:pt x="28575" y="359599"/>
                  <a:pt x="38130" y="350044"/>
                  <a:pt x="50006" y="350044"/>
                </a:cubicBezTo>
                <a:lnTo>
                  <a:pt x="160734" y="350044"/>
                </a:lnTo>
                <a:cubicBezTo>
                  <a:pt x="166628" y="350044"/>
                  <a:pt x="171450" y="345222"/>
                  <a:pt x="171450" y="339328"/>
                </a:cubicBezTo>
                <a:cubicBezTo>
                  <a:pt x="171450" y="333435"/>
                  <a:pt x="166628" y="328613"/>
                  <a:pt x="160734" y="328613"/>
                </a:cubicBezTo>
                <a:lnTo>
                  <a:pt x="21431" y="328613"/>
                </a:lnTo>
                <a:cubicBezTo>
                  <a:pt x="9555" y="328613"/>
                  <a:pt x="0" y="319058"/>
                  <a:pt x="0" y="307181"/>
                </a:cubicBezTo>
                <a:cubicBezTo>
                  <a:pt x="0" y="295305"/>
                  <a:pt x="9555" y="285750"/>
                  <a:pt x="21431" y="285750"/>
                </a:cubicBezTo>
                <a:lnTo>
                  <a:pt x="160734" y="285750"/>
                </a:lnTo>
                <a:cubicBezTo>
                  <a:pt x="166628" y="285750"/>
                  <a:pt x="171450" y="280928"/>
                  <a:pt x="171450" y="275034"/>
                </a:cubicBezTo>
                <a:cubicBezTo>
                  <a:pt x="171450" y="269141"/>
                  <a:pt x="166628" y="264319"/>
                  <a:pt x="160734" y="264319"/>
                </a:cubicBezTo>
                <a:lnTo>
                  <a:pt x="50006" y="264319"/>
                </a:lnTo>
                <a:cubicBezTo>
                  <a:pt x="38130" y="264319"/>
                  <a:pt x="28575" y="254764"/>
                  <a:pt x="28575" y="242888"/>
                </a:cubicBezTo>
                <a:cubicBezTo>
                  <a:pt x="28575" y="231011"/>
                  <a:pt x="38130" y="221456"/>
                  <a:pt x="50006" y="221456"/>
                </a:cubicBezTo>
                <a:lnTo>
                  <a:pt x="171450" y="221456"/>
                </a:lnTo>
                <a:lnTo>
                  <a:pt x="171450" y="221456"/>
                </a:lnTo>
                <a:lnTo>
                  <a:pt x="171450" y="221456"/>
                </a:lnTo>
                <a:lnTo>
                  <a:pt x="254675" y="221456"/>
                </a:lnTo>
                <a:lnTo>
                  <a:pt x="213420" y="195649"/>
                </a:lnTo>
                <a:cubicBezTo>
                  <a:pt x="200025" y="187256"/>
                  <a:pt x="196007" y="169664"/>
                  <a:pt x="204311" y="156270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9" name="Text 27"/>
          <p:cNvSpPr/>
          <p:nvPr/>
        </p:nvSpPr>
        <p:spPr>
          <a:xfrm>
            <a:off x="8297632" y="3009900"/>
            <a:ext cx="96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4301" y="3467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31" name="Text 29"/>
          <p:cNvSpPr/>
          <p:nvPr/>
        </p:nvSpPr>
        <p:spPr>
          <a:xfrm>
            <a:off x="6753153" y="36576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bilan ko'rsatish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7441" y="4076581"/>
            <a:ext cx="3857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- bu iymonni harakatlar orqali ko'rsatish, ibodatlar va yaxshi ishlarni bajarishdir. Bu iymonning tashqi qismidir.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10303" y="5064800"/>
            <a:ext cx="3771900" cy="533400"/>
          </a:xfrm>
          <a:custGeom>
            <a:avLst/>
            <a:gdLst/>
            <a:ahLst/>
            <a:cxnLst/>
            <a:rect l="l" t="t" r="r" b="b"/>
            <a:pathLst>
              <a:path w="3771900" h="533400">
                <a:moveTo>
                  <a:pt x="114302" y="0"/>
                </a:moveTo>
                <a:lnTo>
                  <a:pt x="3657598" y="0"/>
                </a:lnTo>
                <a:cubicBezTo>
                  <a:pt x="3720683" y="0"/>
                  <a:pt x="3771900" y="51217"/>
                  <a:pt x="3771900" y="114302"/>
                </a:cubicBezTo>
                <a:lnTo>
                  <a:pt x="3771900" y="419098"/>
                </a:lnTo>
                <a:cubicBezTo>
                  <a:pt x="3771900" y="482183"/>
                  <a:pt x="3720683" y="533400"/>
                  <a:pt x="36575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4A35A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24603" y="521720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"Iymon amal bilan, amal iymon bilan"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462502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nima?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50000">
                <a:srgbClr val="C4A35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000" y="1181100"/>
            <a:ext cx="7467600" cy="1838325"/>
          </a:xfrm>
          <a:custGeom>
            <a:avLst/>
            <a:gdLst/>
            <a:ahLst/>
            <a:cxnLst/>
            <a:rect l="l" t="t" r="r" b="b"/>
            <a:pathLst>
              <a:path w="7467600" h="1838325">
                <a:moveTo>
                  <a:pt x="152397" y="0"/>
                </a:moveTo>
                <a:lnTo>
                  <a:pt x="7315203" y="0"/>
                </a:lnTo>
                <a:cubicBezTo>
                  <a:pt x="7399313" y="0"/>
                  <a:pt x="7467600" y="68287"/>
                  <a:pt x="7467600" y="152397"/>
                </a:cubicBezTo>
                <a:lnTo>
                  <a:pt x="7467600" y="1685928"/>
                </a:lnTo>
                <a:cubicBezTo>
                  <a:pt x="7467600" y="1770038"/>
                  <a:pt x="7399313" y="1838325"/>
                  <a:pt x="73152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100000">
                <a:srgbClr val="2D5A4A">
                  <a:alpha val="80000"/>
                </a:srgbClr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8" name="Shape 6"/>
          <p:cNvSpPr/>
          <p:nvPr/>
        </p:nvSpPr>
        <p:spPr>
          <a:xfrm>
            <a:off x="809625" y="15716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430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Ta'rif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171700"/>
            <a:ext cx="7105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- bu qalb bilan chin dildan ishonish, aql bilan tasdiqlash va til bilan iqror qilishdir. Bu iymonning ichki, ma'naviy qismidir.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171825"/>
            <a:ext cx="7467600" cy="3657600"/>
          </a:xfrm>
          <a:custGeom>
            <a:avLst/>
            <a:gdLst/>
            <a:ahLst/>
            <a:cxnLst/>
            <a:rect l="l" t="t" r="r" b="b"/>
            <a:pathLst>
              <a:path w="7467600" h="3657600">
                <a:moveTo>
                  <a:pt x="152412" y="0"/>
                </a:moveTo>
                <a:lnTo>
                  <a:pt x="7315188" y="0"/>
                </a:lnTo>
                <a:cubicBezTo>
                  <a:pt x="7399363" y="0"/>
                  <a:pt x="7467600" y="68237"/>
                  <a:pt x="7467600" y="152412"/>
                </a:cubicBezTo>
                <a:lnTo>
                  <a:pt x="7467600" y="3505188"/>
                </a:lnTo>
                <a:cubicBezTo>
                  <a:pt x="7467600" y="3589363"/>
                  <a:pt x="7399363" y="3657600"/>
                  <a:pt x="7315188" y="3657600"/>
                </a:cubicBezTo>
                <a:lnTo>
                  <a:pt x="152412" y="3657600"/>
                </a:lnTo>
                <a:cubicBezTo>
                  <a:pt x="68237" y="3657600"/>
                  <a:pt x="0" y="3589363"/>
                  <a:pt x="0" y="35051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175" y="34384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" y="3400425"/>
            <a:ext cx="683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Tasdiqning tarkibiy qismlari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857506"/>
            <a:ext cx="7010400" cy="838200"/>
          </a:xfrm>
          <a:custGeom>
            <a:avLst/>
            <a:gdLst/>
            <a:ahLst/>
            <a:cxnLst/>
            <a:rect l="l" t="t" r="r" b="b"/>
            <a:pathLst>
              <a:path w="7010400" h="838200">
                <a:moveTo>
                  <a:pt x="114297" y="0"/>
                </a:moveTo>
                <a:lnTo>
                  <a:pt x="6896103" y="0"/>
                </a:lnTo>
                <a:cubicBezTo>
                  <a:pt x="6959228" y="0"/>
                  <a:pt x="7010400" y="51172"/>
                  <a:pt x="7010400" y="114297"/>
                </a:cubicBezTo>
                <a:lnTo>
                  <a:pt x="7010400" y="723903"/>
                </a:lnTo>
                <a:cubicBezTo>
                  <a:pt x="7010400" y="787028"/>
                  <a:pt x="6959228" y="838200"/>
                  <a:pt x="6896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D5A4A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0099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8805" y="4067056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5400" y="4009906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Allohning borligi va birligi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4314706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Allohning yagona ekanligiga, Uning sifatlariga chin dildan ishonish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810006"/>
            <a:ext cx="7010400" cy="838200"/>
          </a:xfrm>
          <a:custGeom>
            <a:avLst/>
            <a:gdLst/>
            <a:ahLst/>
            <a:cxnLst/>
            <a:rect l="l" t="t" r="r" b="b"/>
            <a:pathLst>
              <a:path w="7010400" h="838200">
                <a:moveTo>
                  <a:pt x="114297" y="0"/>
                </a:moveTo>
                <a:lnTo>
                  <a:pt x="6896103" y="0"/>
                </a:lnTo>
                <a:cubicBezTo>
                  <a:pt x="6959228" y="0"/>
                  <a:pt x="7010400" y="51172"/>
                  <a:pt x="7010400" y="114297"/>
                </a:cubicBezTo>
                <a:lnTo>
                  <a:pt x="7010400" y="723903"/>
                </a:lnTo>
                <a:cubicBezTo>
                  <a:pt x="7010400" y="787028"/>
                  <a:pt x="6959228" y="838200"/>
                  <a:pt x="6896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C4A35A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962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904280" y="5019556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962406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Payg'ambarlarning haqligi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5267206"/>
            <a:ext cx="519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Barcha payg'ambarlar, xususan Muhammad (s.a.v.)ning risolatiga ishonish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5762506"/>
            <a:ext cx="7010400" cy="838200"/>
          </a:xfrm>
          <a:custGeom>
            <a:avLst/>
            <a:gdLst/>
            <a:ahLst/>
            <a:cxnLst/>
            <a:rect l="l" t="t" r="r" b="b"/>
            <a:pathLst>
              <a:path w="7010400" h="838200">
                <a:moveTo>
                  <a:pt x="114297" y="0"/>
                </a:moveTo>
                <a:lnTo>
                  <a:pt x="6896103" y="0"/>
                </a:lnTo>
                <a:cubicBezTo>
                  <a:pt x="6959228" y="0"/>
                  <a:pt x="7010400" y="51172"/>
                  <a:pt x="7010400" y="114297"/>
                </a:cubicBezTo>
                <a:lnTo>
                  <a:pt x="7010400" y="723903"/>
                </a:lnTo>
                <a:cubicBezTo>
                  <a:pt x="7010400" y="787028"/>
                  <a:pt x="6959228" y="838200"/>
                  <a:pt x="6896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8B451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59149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6" name="Text 24"/>
          <p:cNvSpPr/>
          <p:nvPr/>
        </p:nvSpPr>
        <p:spPr>
          <a:xfrm>
            <a:off x="902018" y="5972056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" y="5914906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Qur'onga to'liq iymon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5400" y="6219706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Qur'onning Allohning kalomi ekanligiga shubhasiz ishonish</a:t>
            </a:r>
            <a:endParaRPr lang="en-US" sz="1600" dirty="0"/>
          </a:p>
        </p:txBody>
      </p:sp>
      <p:pic>
        <p:nvPicPr>
          <p:cNvPr id="29" name="Image 0" descr="https://kimi-web-img.moonshot.cn/img/www.learnreligions.com/245d2fcd88cfce5846641f147f33ce062ff730ad.jpg"/>
          <p:cNvPicPr>
            <a:picLocks noChangeAspect="1"/>
          </p:cNvPicPr>
          <p:nvPr/>
        </p:nvPicPr>
        <p:blipFill>
          <a:blip r:embed="rId3"/>
          <a:srcRect l="20437" r="20437"/>
          <a:stretch/>
        </p:blipFill>
        <p:spPr>
          <a:xfrm>
            <a:off x="8077200" y="2038231"/>
            <a:ext cx="3733800" cy="4210050"/>
          </a:xfrm>
          <a:prstGeom prst="roundRect">
            <a:avLst>
              <a:gd name="adj" fmla="val 4082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458638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nima?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50000">
                <a:srgbClr val="2D5A4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pic>
        <p:nvPicPr>
          <p:cNvPr id="6" name="Image 0" descr="https://kimi-web-img.moonshot.cn/img/thumbs.dreamstime.com/fbdcd23187d75513ea4ad290a483394e11361f66.jpg"/>
          <p:cNvPicPr>
            <a:picLocks noChangeAspect="1"/>
          </p:cNvPicPr>
          <p:nvPr/>
        </p:nvPicPr>
        <p:blipFill>
          <a:blip r:embed="rId3"/>
          <a:srcRect l="17934" r="17934"/>
          <a:stretch/>
        </p:blipFill>
        <p:spPr>
          <a:xfrm>
            <a:off x="381000" y="1181100"/>
            <a:ext cx="3733800" cy="3886200"/>
          </a:xfrm>
          <a:prstGeom prst="roundRect">
            <a:avLst>
              <a:gd name="adj" fmla="val 4082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81000" y="5219700"/>
            <a:ext cx="3733800" cy="1257300"/>
          </a:xfrm>
          <a:custGeom>
            <a:avLst/>
            <a:gdLst/>
            <a:ahLst/>
            <a:cxnLst/>
            <a:rect l="l" t="t" r="r" b="b"/>
            <a:pathLst>
              <a:path w="3733800" h="1257300">
                <a:moveTo>
                  <a:pt x="152397" y="0"/>
                </a:moveTo>
                <a:lnTo>
                  <a:pt x="3581403" y="0"/>
                </a:lnTo>
                <a:cubicBezTo>
                  <a:pt x="3665569" y="0"/>
                  <a:pt x="3733800" y="68231"/>
                  <a:pt x="3733800" y="152397"/>
                </a:cubicBezTo>
                <a:lnTo>
                  <a:pt x="3733800" y="1104903"/>
                </a:lnTo>
                <a:cubicBezTo>
                  <a:pt x="3733800" y="1189069"/>
                  <a:pt x="3665569" y="1257300"/>
                  <a:pt x="35814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100000">
                <a:srgbClr val="C4A35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585788" y="5429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9" name="Text 6"/>
          <p:cNvSpPr/>
          <p:nvPr/>
        </p:nvSpPr>
        <p:spPr>
          <a:xfrm>
            <a:off x="971550" y="54102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Muhim qoida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5791200"/>
            <a:ext cx="342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iymonning ifodasi va dalilidir. Iymonsiz amal, amalsiz iymon to'liq emas.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43400" y="1181100"/>
            <a:ext cx="7467600" cy="1838325"/>
          </a:xfrm>
          <a:custGeom>
            <a:avLst/>
            <a:gdLst/>
            <a:ahLst/>
            <a:cxnLst/>
            <a:rect l="l" t="t" r="r" b="b"/>
            <a:pathLst>
              <a:path w="7467600" h="1838325">
                <a:moveTo>
                  <a:pt x="152397" y="0"/>
                </a:moveTo>
                <a:lnTo>
                  <a:pt x="7315203" y="0"/>
                </a:lnTo>
                <a:cubicBezTo>
                  <a:pt x="7399313" y="0"/>
                  <a:pt x="7467600" y="68287"/>
                  <a:pt x="7467600" y="152397"/>
                </a:cubicBezTo>
                <a:lnTo>
                  <a:pt x="7467600" y="1685928"/>
                </a:lnTo>
                <a:cubicBezTo>
                  <a:pt x="7467600" y="1770038"/>
                  <a:pt x="7399313" y="1838325"/>
                  <a:pt x="73152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100000">
                <a:srgbClr val="C4A35A">
                  <a:alpha val="80000"/>
                </a:srgbClr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0588" y="15716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25016" y="165199"/>
                </a:moveTo>
                <a:cubicBezTo>
                  <a:pt x="125016" y="172622"/>
                  <a:pt x="119044" y="178594"/>
                  <a:pt x="111621" y="178594"/>
                </a:cubicBezTo>
                <a:cubicBezTo>
                  <a:pt x="104198" y="178594"/>
                  <a:pt x="98227" y="172622"/>
                  <a:pt x="98227" y="165199"/>
                </a:cubicBezTo>
                <a:lnTo>
                  <a:pt x="98227" y="102357"/>
                </a:lnTo>
                <a:lnTo>
                  <a:pt x="147451" y="35551"/>
                </a:lnTo>
                <a:cubicBezTo>
                  <a:pt x="154763" y="25617"/>
                  <a:pt x="152642" y="11664"/>
                  <a:pt x="142708" y="4353"/>
                </a:cubicBezTo>
                <a:cubicBezTo>
                  <a:pt x="132773" y="-2958"/>
                  <a:pt x="118821" y="-837"/>
                  <a:pt x="111509" y="9097"/>
                </a:cubicBezTo>
                <a:lnTo>
                  <a:pt x="59438" y="79753"/>
                </a:lnTo>
                <a:cubicBezTo>
                  <a:pt x="49839" y="92757"/>
                  <a:pt x="44648" y="108552"/>
                  <a:pt x="44648" y="124792"/>
                </a:cubicBezTo>
                <a:lnTo>
                  <a:pt x="44648" y="186575"/>
                </a:lnTo>
                <a:lnTo>
                  <a:pt x="12223" y="197402"/>
                </a:lnTo>
                <a:cubicBezTo>
                  <a:pt x="4911" y="199802"/>
                  <a:pt x="0" y="206611"/>
                  <a:pt x="0" y="214313"/>
                </a:cubicBezTo>
                <a:lnTo>
                  <a:pt x="0" y="267891"/>
                </a:lnTo>
                <a:cubicBezTo>
                  <a:pt x="0" y="273472"/>
                  <a:pt x="2623" y="278774"/>
                  <a:pt x="7088" y="282122"/>
                </a:cubicBezTo>
                <a:cubicBezTo>
                  <a:pt x="11553" y="285471"/>
                  <a:pt x="17357" y="286587"/>
                  <a:pt x="22771" y="285024"/>
                </a:cubicBezTo>
                <a:lnTo>
                  <a:pt x="108942" y="260412"/>
                </a:lnTo>
                <a:cubicBezTo>
                  <a:pt x="139638" y="251650"/>
                  <a:pt x="160734" y="223633"/>
                  <a:pt x="160734" y="191709"/>
                </a:cubicBezTo>
                <a:lnTo>
                  <a:pt x="160734" y="125016"/>
                </a:lnTo>
                <a:cubicBezTo>
                  <a:pt x="160734" y="115137"/>
                  <a:pt x="152753" y="107156"/>
                  <a:pt x="142875" y="107156"/>
                </a:cubicBezTo>
                <a:cubicBezTo>
                  <a:pt x="132997" y="107156"/>
                  <a:pt x="125016" y="115137"/>
                  <a:pt x="125016" y="125016"/>
                </a:cubicBezTo>
                <a:lnTo>
                  <a:pt x="125016" y="165199"/>
                </a:lnTo>
                <a:close/>
                <a:moveTo>
                  <a:pt x="232172" y="165199"/>
                </a:moveTo>
                <a:lnTo>
                  <a:pt x="232172" y="125016"/>
                </a:lnTo>
                <a:cubicBezTo>
                  <a:pt x="232172" y="115137"/>
                  <a:pt x="224191" y="107156"/>
                  <a:pt x="214313" y="107156"/>
                </a:cubicBezTo>
                <a:cubicBezTo>
                  <a:pt x="204434" y="107156"/>
                  <a:pt x="196453" y="115137"/>
                  <a:pt x="196453" y="125016"/>
                </a:cubicBezTo>
                <a:lnTo>
                  <a:pt x="196453" y="191765"/>
                </a:lnTo>
                <a:cubicBezTo>
                  <a:pt x="196453" y="223689"/>
                  <a:pt x="217605" y="251706"/>
                  <a:pt x="248245" y="260468"/>
                </a:cubicBezTo>
                <a:lnTo>
                  <a:pt x="334417" y="285080"/>
                </a:lnTo>
                <a:cubicBezTo>
                  <a:pt x="339830" y="286643"/>
                  <a:pt x="345579" y="285527"/>
                  <a:pt x="350100" y="282178"/>
                </a:cubicBezTo>
                <a:cubicBezTo>
                  <a:pt x="354620" y="278829"/>
                  <a:pt x="357188" y="273472"/>
                  <a:pt x="357188" y="267891"/>
                </a:cubicBezTo>
                <a:lnTo>
                  <a:pt x="357188" y="214313"/>
                </a:lnTo>
                <a:cubicBezTo>
                  <a:pt x="357188" y="206611"/>
                  <a:pt x="352276" y="199802"/>
                  <a:pt x="344965" y="197346"/>
                </a:cubicBezTo>
                <a:lnTo>
                  <a:pt x="312539" y="186519"/>
                </a:lnTo>
                <a:lnTo>
                  <a:pt x="312539" y="124737"/>
                </a:lnTo>
                <a:cubicBezTo>
                  <a:pt x="312539" y="108552"/>
                  <a:pt x="307349" y="92757"/>
                  <a:pt x="297749" y="79697"/>
                </a:cubicBezTo>
                <a:lnTo>
                  <a:pt x="245678" y="9097"/>
                </a:lnTo>
                <a:cubicBezTo>
                  <a:pt x="238367" y="-837"/>
                  <a:pt x="224414" y="-2958"/>
                  <a:pt x="214480" y="4353"/>
                </a:cubicBezTo>
                <a:cubicBezTo>
                  <a:pt x="204546" y="11664"/>
                  <a:pt x="202425" y="25617"/>
                  <a:pt x="209736" y="35551"/>
                </a:cubicBezTo>
                <a:lnTo>
                  <a:pt x="258961" y="102357"/>
                </a:lnTo>
                <a:lnTo>
                  <a:pt x="258961" y="165199"/>
                </a:lnTo>
                <a:cubicBezTo>
                  <a:pt x="258961" y="172622"/>
                  <a:pt x="252989" y="178594"/>
                  <a:pt x="245566" y="178594"/>
                </a:cubicBezTo>
                <a:cubicBezTo>
                  <a:pt x="238144" y="178594"/>
                  <a:pt x="232172" y="172622"/>
                  <a:pt x="232172" y="165199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4" name="Text 11"/>
          <p:cNvSpPr/>
          <p:nvPr/>
        </p:nvSpPr>
        <p:spPr>
          <a:xfrm>
            <a:off x="5334000" y="15430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Ta'rif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0" y="2171700"/>
            <a:ext cx="7105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- bu iymonni harakatlar orqali ko'rsatish, ibodatlar va yaxshi ishlarni bajarishdir. Bu iymonning tashqi, amaliy qismidir.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43400" y="3171825"/>
            <a:ext cx="7467600" cy="3305175"/>
          </a:xfrm>
          <a:custGeom>
            <a:avLst/>
            <a:gdLst/>
            <a:ahLst/>
            <a:cxnLst/>
            <a:rect l="l" t="t" r="r" b="b"/>
            <a:pathLst>
              <a:path w="7467600" h="3305175">
                <a:moveTo>
                  <a:pt x="152402" y="0"/>
                </a:moveTo>
                <a:lnTo>
                  <a:pt x="7315198" y="0"/>
                </a:lnTo>
                <a:cubicBezTo>
                  <a:pt x="7399367" y="0"/>
                  <a:pt x="7467600" y="68233"/>
                  <a:pt x="7467600" y="152402"/>
                </a:cubicBezTo>
                <a:lnTo>
                  <a:pt x="7467600" y="3152773"/>
                </a:lnTo>
                <a:cubicBezTo>
                  <a:pt x="7467600" y="3236942"/>
                  <a:pt x="7399367" y="3305175"/>
                  <a:pt x="7315198" y="3305175"/>
                </a:cubicBezTo>
                <a:lnTo>
                  <a:pt x="152402" y="3305175"/>
                </a:lnTo>
                <a:cubicBezTo>
                  <a:pt x="68233" y="3305175"/>
                  <a:pt x="0" y="3236942"/>
                  <a:pt x="0" y="3152773"/>
                </a:cubicBezTo>
                <a:lnTo>
                  <a:pt x="0" y="152402"/>
                </a:lnTo>
                <a:cubicBezTo>
                  <a:pt x="0" y="68233"/>
                  <a:pt x="68233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0575" y="34384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0" y="3400425"/>
            <a:ext cx="683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Amalning turlari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91050" y="3857506"/>
            <a:ext cx="3429000" cy="1104900"/>
          </a:xfrm>
          <a:custGeom>
            <a:avLst/>
            <a:gdLst/>
            <a:ahLst/>
            <a:cxnLst/>
            <a:rect l="l" t="t" r="r" b="b"/>
            <a:pathLst>
              <a:path w="3429000" h="1104900">
                <a:moveTo>
                  <a:pt x="38100" y="0"/>
                </a:moveTo>
                <a:lnTo>
                  <a:pt x="3314698" y="0"/>
                </a:lnTo>
                <a:cubicBezTo>
                  <a:pt x="3377825" y="0"/>
                  <a:pt x="3429000" y="51175"/>
                  <a:pt x="3429000" y="114302"/>
                </a:cubicBezTo>
                <a:lnTo>
                  <a:pt x="3429000" y="990598"/>
                </a:lnTo>
                <a:cubicBezTo>
                  <a:pt x="3429000" y="1053725"/>
                  <a:pt x="3377825" y="1104900"/>
                  <a:pt x="331469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>
              <a:alpha val="5098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591050" y="3857506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21" name="Shape 18"/>
          <p:cNvSpPr/>
          <p:nvPr/>
        </p:nvSpPr>
        <p:spPr>
          <a:xfrm>
            <a:off x="4819650" y="402895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42875" y="28575"/>
                </a:moveTo>
                <a:cubicBezTo>
                  <a:pt x="142875" y="12804"/>
                  <a:pt x="130071" y="0"/>
                  <a:pt x="114300" y="0"/>
                </a:cubicBezTo>
                <a:cubicBezTo>
                  <a:pt x="98529" y="0"/>
                  <a:pt x="85725" y="12804"/>
                  <a:pt x="85725" y="28575"/>
                </a:cubicBezTo>
                <a:cubicBezTo>
                  <a:pt x="85725" y="44346"/>
                  <a:pt x="98529" y="57150"/>
                  <a:pt x="114300" y="57150"/>
                </a:cubicBezTo>
                <a:cubicBezTo>
                  <a:pt x="130071" y="57150"/>
                  <a:pt x="142875" y="44346"/>
                  <a:pt x="142875" y="28575"/>
                </a:cubicBezTo>
                <a:close/>
                <a:moveTo>
                  <a:pt x="89609" y="117872"/>
                </a:moveTo>
                <a:lnTo>
                  <a:pt x="99834" y="131936"/>
                </a:lnTo>
                <a:cubicBezTo>
                  <a:pt x="102736" y="135910"/>
                  <a:pt x="107112" y="138499"/>
                  <a:pt x="111978" y="139125"/>
                </a:cubicBezTo>
                <a:cubicBezTo>
                  <a:pt x="116845" y="139750"/>
                  <a:pt x="121756" y="138366"/>
                  <a:pt x="125551" y="135240"/>
                </a:cubicBezTo>
                <a:lnTo>
                  <a:pt x="164842" y="103093"/>
                </a:lnTo>
                <a:cubicBezTo>
                  <a:pt x="172477" y="96842"/>
                  <a:pt x="173593" y="85591"/>
                  <a:pt x="167342" y="77956"/>
                </a:cubicBezTo>
                <a:cubicBezTo>
                  <a:pt x="161092" y="70321"/>
                  <a:pt x="149840" y="69205"/>
                  <a:pt x="142205" y="75456"/>
                </a:cubicBezTo>
                <a:lnTo>
                  <a:pt x="117559" y="95637"/>
                </a:lnTo>
                <a:lnTo>
                  <a:pt x="105861" y="79564"/>
                </a:lnTo>
                <a:cubicBezTo>
                  <a:pt x="98896" y="69964"/>
                  <a:pt x="87734" y="64294"/>
                  <a:pt x="75858" y="64294"/>
                </a:cubicBezTo>
                <a:cubicBezTo>
                  <a:pt x="62061" y="64294"/>
                  <a:pt x="49426" y="71929"/>
                  <a:pt x="42996" y="84118"/>
                </a:cubicBezTo>
                <a:lnTo>
                  <a:pt x="21342" y="125417"/>
                </a:lnTo>
                <a:cubicBezTo>
                  <a:pt x="12323" y="142607"/>
                  <a:pt x="17145" y="163770"/>
                  <a:pt x="32772" y="175334"/>
                </a:cubicBezTo>
                <a:lnTo>
                  <a:pt x="56525" y="192881"/>
                </a:lnTo>
                <a:lnTo>
                  <a:pt x="17859" y="192881"/>
                </a:lnTo>
                <a:cubicBezTo>
                  <a:pt x="7992" y="192881"/>
                  <a:pt x="0" y="200873"/>
                  <a:pt x="0" y="210741"/>
                </a:cubicBezTo>
                <a:cubicBezTo>
                  <a:pt x="0" y="220608"/>
                  <a:pt x="7992" y="228600"/>
                  <a:pt x="17859" y="228600"/>
                </a:cubicBezTo>
                <a:lnTo>
                  <a:pt x="110728" y="228600"/>
                </a:lnTo>
                <a:cubicBezTo>
                  <a:pt x="118452" y="228600"/>
                  <a:pt x="125284" y="223644"/>
                  <a:pt x="127695" y="216322"/>
                </a:cubicBezTo>
                <a:cubicBezTo>
                  <a:pt x="130106" y="208999"/>
                  <a:pt x="127561" y="200963"/>
                  <a:pt x="121354" y="196364"/>
                </a:cubicBezTo>
                <a:lnTo>
                  <a:pt x="69518" y="158055"/>
                </a:lnTo>
                <a:lnTo>
                  <a:pt x="89609" y="117872"/>
                </a:ln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22" name="Text 19"/>
          <p:cNvSpPr/>
          <p:nvPr/>
        </p:nvSpPr>
        <p:spPr>
          <a:xfrm>
            <a:off x="5162550" y="4009906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Ibodatlar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62500" y="4352806"/>
            <a:ext cx="318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Namoz o'qish, ro'za tutish, zakot berish, haj qilish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53400" y="3857506"/>
            <a:ext cx="3429000" cy="1104900"/>
          </a:xfrm>
          <a:custGeom>
            <a:avLst/>
            <a:gdLst/>
            <a:ahLst/>
            <a:cxnLst/>
            <a:rect l="l" t="t" r="r" b="b"/>
            <a:pathLst>
              <a:path w="3429000" h="1104900">
                <a:moveTo>
                  <a:pt x="38100" y="0"/>
                </a:moveTo>
                <a:lnTo>
                  <a:pt x="3314698" y="0"/>
                </a:lnTo>
                <a:cubicBezTo>
                  <a:pt x="3377825" y="0"/>
                  <a:pt x="3429000" y="51175"/>
                  <a:pt x="3429000" y="114302"/>
                </a:cubicBezTo>
                <a:lnTo>
                  <a:pt x="3429000" y="990598"/>
                </a:lnTo>
                <a:cubicBezTo>
                  <a:pt x="3429000" y="1053725"/>
                  <a:pt x="3377825" y="1104900"/>
                  <a:pt x="3314698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153400" y="3857506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26" name="Shape 23"/>
          <p:cNvSpPr/>
          <p:nvPr/>
        </p:nvSpPr>
        <p:spPr>
          <a:xfrm>
            <a:off x="8353425" y="40289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27" name="Text 24"/>
          <p:cNvSpPr/>
          <p:nvPr/>
        </p:nvSpPr>
        <p:spPr>
          <a:xfrm>
            <a:off x="8724900" y="4009906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Yaxshi axloq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24850" y="4352806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Halollik, rostgo'ylik, sabr, shukr, mehribonlik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91050" y="5076706"/>
            <a:ext cx="3429000" cy="876300"/>
          </a:xfrm>
          <a:custGeom>
            <a:avLst/>
            <a:gdLst/>
            <a:ahLst/>
            <a:cxnLst/>
            <a:rect l="l" t="t" r="r" b="b"/>
            <a:pathLst>
              <a:path w="3429000" h="876300">
                <a:moveTo>
                  <a:pt x="38100" y="0"/>
                </a:moveTo>
                <a:lnTo>
                  <a:pt x="3314704" y="0"/>
                </a:lnTo>
                <a:cubicBezTo>
                  <a:pt x="3377828" y="0"/>
                  <a:pt x="3429000" y="51172"/>
                  <a:pt x="3429000" y="114296"/>
                </a:cubicBezTo>
                <a:lnTo>
                  <a:pt x="3429000" y="762004"/>
                </a:lnTo>
                <a:cubicBezTo>
                  <a:pt x="3429000" y="825128"/>
                  <a:pt x="3377828" y="876300"/>
                  <a:pt x="331470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>
              <a:alpha val="1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591050" y="5076706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31" name="Shape 28"/>
          <p:cNvSpPr/>
          <p:nvPr/>
        </p:nvSpPr>
        <p:spPr>
          <a:xfrm>
            <a:off x="4776788" y="524815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4837" y="13841"/>
                </a:moveTo>
                <a:cubicBezTo>
                  <a:pt x="118542" y="5135"/>
                  <a:pt x="108451" y="0"/>
                  <a:pt x="97735" y="0"/>
                </a:cubicBezTo>
                <a:cubicBezTo>
                  <a:pt x="79251" y="0"/>
                  <a:pt x="64294" y="14957"/>
                  <a:pt x="64294" y="33442"/>
                </a:cubicBezTo>
                <a:lnTo>
                  <a:pt x="64294" y="34513"/>
                </a:lnTo>
                <a:cubicBezTo>
                  <a:pt x="64294" y="63267"/>
                  <a:pt x="100905" y="94074"/>
                  <a:pt x="118854" y="107424"/>
                </a:cubicBezTo>
                <a:cubicBezTo>
                  <a:pt x="124658" y="111755"/>
                  <a:pt x="132472" y="111755"/>
                  <a:pt x="138276" y="107424"/>
                </a:cubicBezTo>
                <a:cubicBezTo>
                  <a:pt x="156225" y="94030"/>
                  <a:pt x="192837" y="63267"/>
                  <a:pt x="192837" y="34513"/>
                </a:cubicBezTo>
                <a:lnTo>
                  <a:pt x="192837" y="33442"/>
                </a:lnTo>
                <a:cubicBezTo>
                  <a:pt x="192837" y="14957"/>
                  <a:pt x="177879" y="0"/>
                  <a:pt x="159395" y="0"/>
                </a:cubicBezTo>
                <a:cubicBezTo>
                  <a:pt x="148679" y="0"/>
                  <a:pt x="138589" y="5135"/>
                  <a:pt x="132293" y="13841"/>
                </a:cubicBezTo>
                <a:lnTo>
                  <a:pt x="128588" y="19065"/>
                </a:lnTo>
                <a:lnTo>
                  <a:pt x="124837" y="13841"/>
                </a:ln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32" name="Text 29"/>
          <p:cNvSpPr/>
          <p:nvPr/>
        </p:nvSpPr>
        <p:spPr>
          <a:xfrm>
            <a:off x="5162550" y="5229106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Yaxshiliklar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762500" y="5572006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Odamlarga yaxshilik qilish, yordam berish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53400" y="5076706"/>
            <a:ext cx="3429000" cy="876300"/>
          </a:xfrm>
          <a:custGeom>
            <a:avLst/>
            <a:gdLst/>
            <a:ahLst/>
            <a:cxnLst/>
            <a:rect l="l" t="t" r="r" b="b"/>
            <a:pathLst>
              <a:path w="3429000" h="876300">
                <a:moveTo>
                  <a:pt x="38100" y="0"/>
                </a:moveTo>
                <a:lnTo>
                  <a:pt x="3314704" y="0"/>
                </a:lnTo>
                <a:cubicBezTo>
                  <a:pt x="3377828" y="0"/>
                  <a:pt x="3429000" y="51172"/>
                  <a:pt x="3429000" y="114296"/>
                </a:cubicBezTo>
                <a:lnTo>
                  <a:pt x="3429000" y="762004"/>
                </a:lnTo>
                <a:cubicBezTo>
                  <a:pt x="3429000" y="825128"/>
                  <a:pt x="3377828" y="876300"/>
                  <a:pt x="331470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>
              <a:alpha val="5098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153400" y="5076706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36" name="Shape 33"/>
          <p:cNvSpPr/>
          <p:nvPr/>
        </p:nvSpPr>
        <p:spPr>
          <a:xfrm>
            <a:off x="8353425" y="5248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37" name="Text 34"/>
          <p:cNvSpPr/>
          <p:nvPr/>
        </p:nvSpPr>
        <p:spPr>
          <a:xfrm>
            <a:off x="8724900" y="5229106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Gunohlardan saqlanish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324850" y="5572006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Yomon ishlardan tiyilish, taqvoni saqlash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4191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va amal bog'liqligi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50000">
                <a:srgbClr val="C4A35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000" y="1219200"/>
            <a:ext cx="5600700" cy="3790950"/>
          </a:xfrm>
          <a:custGeom>
            <a:avLst/>
            <a:gdLst/>
            <a:ahLst/>
            <a:cxnLst/>
            <a:rect l="l" t="t" r="r" b="b"/>
            <a:pathLst>
              <a:path w="5600700" h="379095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3638554"/>
                </a:lnTo>
                <a:cubicBezTo>
                  <a:pt x="5600700" y="3722720"/>
                  <a:pt x="5532470" y="3790950"/>
                  <a:pt x="5448304" y="3790950"/>
                </a:cubicBezTo>
                <a:lnTo>
                  <a:pt x="152396" y="3790950"/>
                </a:lnTo>
                <a:cubicBezTo>
                  <a:pt x="68230" y="3790950"/>
                  <a:pt x="0" y="3722720"/>
                  <a:pt x="0" y="3638554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219200"/>
            <a:ext cx="5600700" cy="76200"/>
          </a:xfrm>
          <a:custGeom>
            <a:avLst/>
            <a:gdLst/>
            <a:ahLst/>
            <a:cxnLst/>
            <a:rect l="l" t="t" r="r" b="b"/>
            <a:pathLst>
              <a:path w="5600700" h="762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" name="Text 8"/>
          <p:cNvSpPr/>
          <p:nvPr/>
        </p:nvSpPr>
        <p:spPr>
          <a:xfrm>
            <a:off x="547687" y="1638300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Tasdiqsiz amal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745581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Tasdiqsiz amal </a:t>
            </a:r>
            <a:r>
              <a:rPr lang="en-US" sz="1500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to'liq iymon emas</a:t>
            </a:r>
            <a:r>
              <a:rPr lang="en-US" sz="15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Faqat harakatlar qalb ishonchisiz bo'lsa, ular riyo yoki odatga aylanadi.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650" y="3517106"/>
            <a:ext cx="5124450" cy="762000"/>
          </a:xfrm>
          <a:custGeom>
            <a:avLst/>
            <a:gdLst/>
            <a:ahLst/>
            <a:cxnLst/>
            <a:rect l="l" t="t" r="r" b="b"/>
            <a:pathLst>
              <a:path w="5124450" h="762000">
                <a:moveTo>
                  <a:pt x="381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647700"/>
                </a:lnTo>
                <a:cubicBezTo>
                  <a:pt x="5124450" y="710784"/>
                  <a:pt x="5073234" y="762000"/>
                  <a:pt x="5010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650" y="351710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3669506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Masalan: Namoz o'qish, lekin Allohga chin dildan ishonmaslik - bu iymonsiz amaldir.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300" y="1219200"/>
            <a:ext cx="5600700" cy="3790950"/>
          </a:xfrm>
          <a:custGeom>
            <a:avLst/>
            <a:gdLst/>
            <a:ahLst/>
            <a:cxnLst/>
            <a:rect l="l" t="t" r="r" b="b"/>
            <a:pathLst>
              <a:path w="5600700" h="379095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3638554"/>
                </a:lnTo>
                <a:cubicBezTo>
                  <a:pt x="5600700" y="3722720"/>
                  <a:pt x="5532470" y="3790950"/>
                  <a:pt x="5448304" y="3790950"/>
                </a:cubicBezTo>
                <a:lnTo>
                  <a:pt x="152396" y="3790950"/>
                </a:lnTo>
                <a:cubicBezTo>
                  <a:pt x="68230" y="3790950"/>
                  <a:pt x="0" y="3722720"/>
                  <a:pt x="0" y="3638554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0300" y="1219200"/>
            <a:ext cx="5600700" cy="76200"/>
          </a:xfrm>
          <a:custGeom>
            <a:avLst/>
            <a:gdLst/>
            <a:ahLst/>
            <a:cxnLst/>
            <a:rect l="l" t="t" r="r" b="b"/>
            <a:pathLst>
              <a:path w="5600700" h="762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77000" y="16383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Amalsiz tasdiq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8900" y="2745581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Amalsiz tasdiq ham </a:t>
            </a:r>
            <a:r>
              <a:rPr lang="en-US" sz="1500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zaif iymon</a:t>
            </a:r>
            <a:r>
              <a:rPr lang="en-US" sz="15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bo'ladi. Faqat qalbdagi ishonch amallarsiz zaiflashadi.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7950" y="3517106"/>
            <a:ext cx="5124450" cy="762000"/>
          </a:xfrm>
          <a:custGeom>
            <a:avLst/>
            <a:gdLst/>
            <a:ahLst/>
            <a:cxnLst/>
            <a:rect l="l" t="t" r="r" b="b"/>
            <a:pathLst>
              <a:path w="5124450" h="762000">
                <a:moveTo>
                  <a:pt x="381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647700"/>
                </a:lnTo>
                <a:cubicBezTo>
                  <a:pt x="5124450" y="710784"/>
                  <a:pt x="5073234" y="762000"/>
                  <a:pt x="5010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22" name="Shape 20"/>
          <p:cNvSpPr/>
          <p:nvPr/>
        </p:nvSpPr>
        <p:spPr>
          <a:xfrm>
            <a:off x="6457950" y="351710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669506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Masalan: Allohga ishonish, lekin ibodatlarni bajarmaslik - bu amalsiz tasdiqdir.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5157788"/>
            <a:ext cx="11430000" cy="1323975"/>
          </a:xfrm>
          <a:custGeom>
            <a:avLst/>
            <a:gdLst/>
            <a:ahLst/>
            <a:cxnLst/>
            <a:rect l="l" t="t" r="r" b="b"/>
            <a:pathLst>
              <a:path w="11430000" h="1323975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1171572"/>
                </a:lnTo>
                <a:cubicBezTo>
                  <a:pt x="11430000" y="1255742"/>
                  <a:pt x="11361767" y="1323975"/>
                  <a:pt x="11277597" y="1323975"/>
                </a:cubicBezTo>
                <a:lnTo>
                  <a:pt x="152403" y="1323975"/>
                </a:lnTo>
                <a:cubicBezTo>
                  <a:pt x="68233" y="1323975"/>
                  <a:pt x="0" y="1255742"/>
                  <a:pt x="0" y="11715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100000">
                <a:srgbClr val="C4A35A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600" y="543639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6" name="Shape 24"/>
          <p:cNvSpPr/>
          <p:nvPr/>
        </p:nvSpPr>
        <p:spPr>
          <a:xfrm>
            <a:off x="862013" y="5645944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67365" y="44738"/>
                </a:moveTo>
                <a:cubicBezTo>
                  <a:pt x="174330" y="35161"/>
                  <a:pt x="172187" y="21766"/>
                  <a:pt x="162610" y="14801"/>
                </a:cubicBezTo>
                <a:cubicBezTo>
                  <a:pt x="153033" y="7836"/>
                  <a:pt x="139638" y="9979"/>
                  <a:pt x="132673" y="19556"/>
                </a:cubicBezTo>
                <a:lnTo>
                  <a:pt x="61682" y="117135"/>
                </a:lnTo>
                <a:lnTo>
                  <a:pt x="36567" y="92020"/>
                </a:lnTo>
                <a:cubicBezTo>
                  <a:pt x="28195" y="83649"/>
                  <a:pt x="14600" y="83649"/>
                  <a:pt x="6228" y="92020"/>
                </a:cubicBezTo>
                <a:cubicBezTo>
                  <a:pt x="-2143" y="100392"/>
                  <a:pt x="-2143" y="113987"/>
                  <a:pt x="6228" y="122359"/>
                </a:cubicBezTo>
                <a:lnTo>
                  <a:pt x="49091" y="165222"/>
                </a:lnTo>
                <a:cubicBezTo>
                  <a:pt x="53511" y="169642"/>
                  <a:pt x="59673" y="171919"/>
                  <a:pt x="65901" y="171450"/>
                </a:cubicBezTo>
                <a:cubicBezTo>
                  <a:pt x="72130" y="170981"/>
                  <a:pt x="77889" y="167767"/>
                  <a:pt x="81573" y="162677"/>
                </a:cubicBezTo>
                <a:lnTo>
                  <a:pt x="167298" y="44805"/>
                </a:lnTo>
                <a:close/>
                <a:moveTo>
                  <a:pt x="253090" y="135821"/>
                </a:moveTo>
                <a:cubicBezTo>
                  <a:pt x="260055" y="126243"/>
                  <a:pt x="257912" y="112849"/>
                  <a:pt x="248335" y="105884"/>
                </a:cubicBezTo>
                <a:cubicBezTo>
                  <a:pt x="238758" y="98919"/>
                  <a:pt x="225363" y="101062"/>
                  <a:pt x="218398" y="110639"/>
                </a:cubicBezTo>
                <a:lnTo>
                  <a:pt x="104544" y="267154"/>
                </a:lnTo>
                <a:lnTo>
                  <a:pt x="57998" y="220608"/>
                </a:lnTo>
                <a:cubicBezTo>
                  <a:pt x="49627" y="212236"/>
                  <a:pt x="36031" y="212236"/>
                  <a:pt x="27660" y="220608"/>
                </a:cubicBezTo>
                <a:cubicBezTo>
                  <a:pt x="19288" y="228980"/>
                  <a:pt x="19288" y="242575"/>
                  <a:pt x="27660" y="250947"/>
                </a:cubicBezTo>
                <a:lnTo>
                  <a:pt x="91953" y="315240"/>
                </a:lnTo>
                <a:cubicBezTo>
                  <a:pt x="96374" y="319660"/>
                  <a:pt x="102535" y="321938"/>
                  <a:pt x="108764" y="321469"/>
                </a:cubicBezTo>
                <a:cubicBezTo>
                  <a:pt x="114992" y="321000"/>
                  <a:pt x="120752" y="317785"/>
                  <a:pt x="124435" y="312695"/>
                </a:cubicBezTo>
                <a:lnTo>
                  <a:pt x="253023" y="135888"/>
                </a:ln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5474494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Mukammal iymon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" y="5893594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Ikkalasi birgalikda haqiqiy iymonni tashkil qiladi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37873" y="5386388"/>
            <a:ext cx="5743575" cy="866775"/>
          </a:xfrm>
          <a:custGeom>
            <a:avLst/>
            <a:gdLst/>
            <a:ahLst/>
            <a:cxnLst/>
            <a:rect l="l" t="t" r="r" b="b"/>
            <a:pathLst>
              <a:path w="5743575" h="866775">
                <a:moveTo>
                  <a:pt x="114302" y="0"/>
                </a:moveTo>
                <a:lnTo>
                  <a:pt x="5629273" y="0"/>
                </a:lnTo>
                <a:cubicBezTo>
                  <a:pt x="5692400" y="0"/>
                  <a:pt x="5743575" y="51175"/>
                  <a:pt x="5743575" y="114302"/>
                </a:cubicBezTo>
                <a:lnTo>
                  <a:pt x="5743575" y="752473"/>
                </a:lnTo>
                <a:cubicBezTo>
                  <a:pt x="5743575" y="815600"/>
                  <a:pt x="5692400" y="866775"/>
                  <a:pt x="5629273" y="866775"/>
                </a:cubicBezTo>
                <a:lnTo>
                  <a:pt x="114302" y="866775"/>
                </a:lnTo>
                <a:cubicBezTo>
                  <a:pt x="51217" y="866775"/>
                  <a:pt x="0" y="815558"/>
                  <a:pt x="0" y="7524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7410" y="5538788"/>
            <a:ext cx="55245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 va amal birgalikda insonni to'g'ri yo'lga boshlaydi va Allohning ridosiga yetkazadi.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9100" y="381000"/>
            <a:ext cx="4200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Iymonning belgilari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50000">
                <a:srgbClr val="2D5A4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18110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37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9" name="Shape 7"/>
          <p:cNvSpPr/>
          <p:nvPr/>
        </p:nvSpPr>
        <p:spPr>
          <a:xfrm>
            <a:off x="747713" y="1524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6799" y="-3572"/>
                </a:moveTo>
                <a:cubicBezTo>
                  <a:pt x="104076" y="-6340"/>
                  <a:pt x="100102" y="-7456"/>
                  <a:pt x="96351" y="-6429"/>
                </a:cubicBezTo>
                <a:cubicBezTo>
                  <a:pt x="92601" y="-5402"/>
                  <a:pt x="89699" y="-2500"/>
                  <a:pt x="88761" y="1250"/>
                </a:cubicBezTo>
                <a:lnTo>
                  <a:pt x="81930" y="28129"/>
                </a:lnTo>
                <a:cubicBezTo>
                  <a:pt x="81439" y="30093"/>
                  <a:pt x="79430" y="31254"/>
                  <a:pt x="77510" y="30673"/>
                </a:cubicBezTo>
                <a:lnTo>
                  <a:pt x="50810" y="23173"/>
                </a:lnTo>
                <a:cubicBezTo>
                  <a:pt x="47059" y="22101"/>
                  <a:pt x="43041" y="23173"/>
                  <a:pt x="40318" y="25896"/>
                </a:cubicBezTo>
                <a:cubicBezTo>
                  <a:pt x="37594" y="28620"/>
                  <a:pt x="36522" y="32638"/>
                  <a:pt x="37594" y="36388"/>
                </a:cubicBezTo>
                <a:lnTo>
                  <a:pt x="45140" y="63088"/>
                </a:lnTo>
                <a:cubicBezTo>
                  <a:pt x="45675" y="65008"/>
                  <a:pt x="44514" y="67017"/>
                  <a:pt x="42595" y="67508"/>
                </a:cubicBezTo>
                <a:lnTo>
                  <a:pt x="15672" y="74340"/>
                </a:lnTo>
                <a:cubicBezTo>
                  <a:pt x="11921" y="75277"/>
                  <a:pt x="8974" y="78224"/>
                  <a:pt x="7947" y="81975"/>
                </a:cubicBezTo>
                <a:cubicBezTo>
                  <a:pt x="6921" y="85725"/>
                  <a:pt x="8037" y="89699"/>
                  <a:pt x="10805" y="92422"/>
                </a:cubicBezTo>
                <a:lnTo>
                  <a:pt x="30673" y="111755"/>
                </a:lnTo>
                <a:cubicBezTo>
                  <a:pt x="32102" y="113139"/>
                  <a:pt x="32102" y="115461"/>
                  <a:pt x="30673" y="116890"/>
                </a:cubicBezTo>
                <a:lnTo>
                  <a:pt x="10850" y="136222"/>
                </a:lnTo>
                <a:cubicBezTo>
                  <a:pt x="8081" y="138946"/>
                  <a:pt x="6965" y="142920"/>
                  <a:pt x="7992" y="146670"/>
                </a:cubicBezTo>
                <a:cubicBezTo>
                  <a:pt x="9019" y="150421"/>
                  <a:pt x="11966" y="153323"/>
                  <a:pt x="15716" y="154305"/>
                </a:cubicBezTo>
                <a:lnTo>
                  <a:pt x="42595" y="161136"/>
                </a:lnTo>
                <a:cubicBezTo>
                  <a:pt x="44559" y="161627"/>
                  <a:pt x="45720" y="163637"/>
                  <a:pt x="45140" y="165556"/>
                </a:cubicBezTo>
                <a:lnTo>
                  <a:pt x="37594" y="192212"/>
                </a:lnTo>
                <a:cubicBezTo>
                  <a:pt x="36522" y="195962"/>
                  <a:pt x="37594" y="199980"/>
                  <a:pt x="40318" y="202704"/>
                </a:cubicBezTo>
                <a:cubicBezTo>
                  <a:pt x="43041" y="205427"/>
                  <a:pt x="47059" y="206499"/>
                  <a:pt x="50810" y="205427"/>
                </a:cubicBezTo>
                <a:lnTo>
                  <a:pt x="77510" y="197882"/>
                </a:lnTo>
                <a:cubicBezTo>
                  <a:pt x="79430" y="197346"/>
                  <a:pt x="81439" y="198507"/>
                  <a:pt x="81930" y="200427"/>
                </a:cubicBezTo>
                <a:lnTo>
                  <a:pt x="88761" y="227305"/>
                </a:lnTo>
                <a:cubicBezTo>
                  <a:pt x="89699" y="231056"/>
                  <a:pt x="92646" y="234002"/>
                  <a:pt x="96396" y="235029"/>
                </a:cubicBezTo>
                <a:cubicBezTo>
                  <a:pt x="100146" y="236056"/>
                  <a:pt x="104120" y="234940"/>
                  <a:pt x="106844" y="232172"/>
                </a:cubicBezTo>
                <a:lnTo>
                  <a:pt x="126176" y="212303"/>
                </a:lnTo>
                <a:cubicBezTo>
                  <a:pt x="127561" y="210875"/>
                  <a:pt x="129882" y="210875"/>
                  <a:pt x="131311" y="212303"/>
                </a:cubicBezTo>
                <a:lnTo>
                  <a:pt x="150599" y="232172"/>
                </a:lnTo>
                <a:cubicBezTo>
                  <a:pt x="153323" y="234940"/>
                  <a:pt x="157296" y="236056"/>
                  <a:pt x="161047" y="235029"/>
                </a:cubicBezTo>
                <a:cubicBezTo>
                  <a:pt x="164797" y="234002"/>
                  <a:pt x="167700" y="231056"/>
                  <a:pt x="168682" y="227305"/>
                </a:cubicBezTo>
                <a:lnTo>
                  <a:pt x="175513" y="200471"/>
                </a:lnTo>
                <a:cubicBezTo>
                  <a:pt x="176004" y="198507"/>
                  <a:pt x="178013" y="197346"/>
                  <a:pt x="179933" y="197927"/>
                </a:cubicBezTo>
                <a:lnTo>
                  <a:pt x="206633" y="205472"/>
                </a:lnTo>
                <a:cubicBezTo>
                  <a:pt x="210383" y="206544"/>
                  <a:pt x="214402" y="205472"/>
                  <a:pt x="217125" y="202749"/>
                </a:cubicBezTo>
                <a:cubicBezTo>
                  <a:pt x="219849" y="200025"/>
                  <a:pt x="220920" y="196007"/>
                  <a:pt x="219849" y="192256"/>
                </a:cubicBezTo>
                <a:lnTo>
                  <a:pt x="212303" y="165556"/>
                </a:lnTo>
                <a:cubicBezTo>
                  <a:pt x="211768" y="163637"/>
                  <a:pt x="212928" y="161627"/>
                  <a:pt x="214848" y="161136"/>
                </a:cubicBezTo>
                <a:lnTo>
                  <a:pt x="241727" y="154305"/>
                </a:lnTo>
                <a:cubicBezTo>
                  <a:pt x="245477" y="153367"/>
                  <a:pt x="248424" y="150421"/>
                  <a:pt x="249451" y="146670"/>
                </a:cubicBezTo>
                <a:cubicBezTo>
                  <a:pt x="250478" y="142920"/>
                  <a:pt x="249362" y="138901"/>
                  <a:pt x="246593" y="136222"/>
                </a:cubicBezTo>
                <a:lnTo>
                  <a:pt x="226725" y="116890"/>
                </a:lnTo>
                <a:cubicBezTo>
                  <a:pt x="225296" y="115506"/>
                  <a:pt x="225296" y="113184"/>
                  <a:pt x="226725" y="111755"/>
                </a:cubicBezTo>
                <a:lnTo>
                  <a:pt x="246593" y="92422"/>
                </a:lnTo>
                <a:cubicBezTo>
                  <a:pt x="249362" y="89699"/>
                  <a:pt x="250478" y="85725"/>
                  <a:pt x="249451" y="81975"/>
                </a:cubicBezTo>
                <a:cubicBezTo>
                  <a:pt x="248424" y="78224"/>
                  <a:pt x="245477" y="75322"/>
                  <a:pt x="241727" y="74340"/>
                </a:cubicBezTo>
                <a:lnTo>
                  <a:pt x="214848" y="67508"/>
                </a:lnTo>
                <a:cubicBezTo>
                  <a:pt x="212884" y="67017"/>
                  <a:pt x="211723" y="65008"/>
                  <a:pt x="212303" y="63088"/>
                </a:cubicBezTo>
                <a:lnTo>
                  <a:pt x="219849" y="36388"/>
                </a:lnTo>
                <a:cubicBezTo>
                  <a:pt x="220920" y="32638"/>
                  <a:pt x="219849" y="28620"/>
                  <a:pt x="217125" y="25896"/>
                </a:cubicBezTo>
                <a:cubicBezTo>
                  <a:pt x="214402" y="23173"/>
                  <a:pt x="210383" y="22101"/>
                  <a:pt x="206633" y="23173"/>
                </a:cubicBezTo>
                <a:lnTo>
                  <a:pt x="179933" y="30718"/>
                </a:lnTo>
                <a:cubicBezTo>
                  <a:pt x="178013" y="31254"/>
                  <a:pt x="176004" y="30093"/>
                  <a:pt x="175513" y="28173"/>
                </a:cubicBezTo>
                <a:lnTo>
                  <a:pt x="168682" y="1250"/>
                </a:lnTo>
                <a:cubicBezTo>
                  <a:pt x="167744" y="-2500"/>
                  <a:pt x="164797" y="-5447"/>
                  <a:pt x="161047" y="-6474"/>
                </a:cubicBezTo>
                <a:cubicBezTo>
                  <a:pt x="157296" y="-7501"/>
                  <a:pt x="153323" y="-6385"/>
                  <a:pt x="150599" y="-3617"/>
                </a:cubicBezTo>
                <a:lnTo>
                  <a:pt x="131266" y="16297"/>
                </a:lnTo>
                <a:cubicBezTo>
                  <a:pt x="129882" y="17725"/>
                  <a:pt x="127561" y="17725"/>
                  <a:pt x="126132" y="16297"/>
                </a:cubicBezTo>
                <a:lnTo>
                  <a:pt x="106799" y="-3572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150495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Halollik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019300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Iymonli inson har doim halol rizq izlaydi, haromdan saqlanadi.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0050" y="1181100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10050" y="118110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9600" y="137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16" name="Text 14"/>
          <p:cNvSpPr/>
          <p:nvPr/>
        </p:nvSpPr>
        <p:spPr>
          <a:xfrm>
            <a:off x="5067300" y="15049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Rostgo'ylik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19600" y="2019300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 doim rost gapiradi, yolg'ondan va hiylanadan uzoq turadi.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2997161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2997161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18766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33400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3321011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Yomonlikdan tiyilish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3835361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Gunohlardan, yomon odamlardan va yomon odatlardan saqlanadi.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0050" y="2997161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10050" y="2997161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19600" y="318766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57713" y="334006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4837" y="13841"/>
                </a:moveTo>
                <a:cubicBezTo>
                  <a:pt x="118542" y="5135"/>
                  <a:pt x="108451" y="0"/>
                  <a:pt x="97735" y="0"/>
                </a:cubicBezTo>
                <a:cubicBezTo>
                  <a:pt x="79251" y="0"/>
                  <a:pt x="64294" y="14957"/>
                  <a:pt x="64294" y="33442"/>
                </a:cubicBezTo>
                <a:lnTo>
                  <a:pt x="64294" y="34513"/>
                </a:lnTo>
                <a:cubicBezTo>
                  <a:pt x="64294" y="63267"/>
                  <a:pt x="100905" y="94074"/>
                  <a:pt x="118854" y="107424"/>
                </a:cubicBezTo>
                <a:cubicBezTo>
                  <a:pt x="124658" y="111755"/>
                  <a:pt x="132472" y="111755"/>
                  <a:pt x="138276" y="107424"/>
                </a:cubicBezTo>
                <a:cubicBezTo>
                  <a:pt x="156225" y="94030"/>
                  <a:pt x="192837" y="63267"/>
                  <a:pt x="192837" y="34513"/>
                </a:cubicBezTo>
                <a:lnTo>
                  <a:pt x="192837" y="33442"/>
                </a:lnTo>
                <a:cubicBezTo>
                  <a:pt x="192837" y="14957"/>
                  <a:pt x="177879" y="0"/>
                  <a:pt x="159395" y="0"/>
                </a:cubicBezTo>
                <a:cubicBezTo>
                  <a:pt x="148679" y="0"/>
                  <a:pt x="138589" y="5135"/>
                  <a:pt x="132293" y="13841"/>
                </a:cubicBezTo>
                <a:lnTo>
                  <a:pt x="128588" y="19065"/>
                </a:lnTo>
                <a:lnTo>
                  <a:pt x="124837" y="13841"/>
                </a:ln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8" name="Text 26"/>
          <p:cNvSpPr/>
          <p:nvPr/>
        </p:nvSpPr>
        <p:spPr>
          <a:xfrm>
            <a:off x="5067300" y="3321011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Yaxshilik qilish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19600" y="3835361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Barcha odamlarga, ayniqsa kambag'allarga yaxshilik qilishga intiladi.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813222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4813222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500372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33" name="Shape 31"/>
          <p:cNvSpPr/>
          <p:nvPr/>
        </p:nvSpPr>
        <p:spPr>
          <a:xfrm>
            <a:off x="762000" y="51561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523" y="0"/>
                </a:moveTo>
                <a:cubicBezTo>
                  <a:pt x="121087" y="0"/>
                  <a:pt x="127114" y="3617"/>
                  <a:pt x="130239" y="9376"/>
                </a:cubicBezTo>
                <a:lnTo>
                  <a:pt x="226680" y="187970"/>
                </a:lnTo>
                <a:cubicBezTo>
                  <a:pt x="229672" y="193506"/>
                  <a:pt x="229538" y="200204"/>
                  <a:pt x="226323" y="205606"/>
                </a:cubicBezTo>
                <a:cubicBezTo>
                  <a:pt x="223108" y="211009"/>
                  <a:pt x="217259" y="214313"/>
                  <a:pt x="211009" y="214313"/>
                </a:cubicBezTo>
                <a:lnTo>
                  <a:pt x="18127" y="214313"/>
                </a:lnTo>
                <a:cubicBezTo>
                  <a:pt x="11832" y="214313"/>
                  <a:pt x="6028" y="211009"/>
                  <a:pt x="2813" y="205606"/>
                </a:cubicBezTo>
                <a:cubicBezTo>
                  <a:pt x="-402" y="200204"/>
                  <a:pt x="-536" y="193506"/>
                  <a:pt x="2456" y="187970"/>
                </a:cubicBezTo>
                <a:lnTo>
                  <a:pt x="98896" y="9376"/>
                </a:lnTo>
                <a:lnTo>
                  <a:pt x="100191" y="7322"/>
                </a:lnTo>
                <a:cubicBezTo>
                  <a:pt x="103450" y="2768"/>
                  <a:pt x="108764" y="0"/>
                  <a:pt x="114523" y="0"/>
                </a:cubicBezTo>
                <a:close/>
                <a:moveTo>
                  <a:pt x="76081" y="111576"/>
                </a:moveTo>
                <a:lnTo>
                  <a:pt x="88047" y="123542"/>
                </a:lnTo>
                <a:cubicBezTo>
                  <a:pt x="90815" y="126310"/>
                  <a:pt x="95369" y="126310"/>
                  <a:pt x="98137" y="123542"/>
                </a:cubicBezTo>
                <a:lnTo>
                  <a:pt x="117470" y="104209"/>
                </a:lnTo>
                <a:cubicBezTo>
                  <a:pt x="120149" y="101531"/>
                  <a:pt x="123765" y="100012"/>
                  <a:pt x="127561" y="100012"/>
                </a:cubicBezTo>
                <a:lnTo>
                  <a:pt x="146670" y="100012"/>
                </a:lnTo>
                <a:lnTo>
                  <a:pt x="114479" y="40407"/>
                </a:lnTo>
                <a:lnTo>
                  <a:pt x="76036" y="111576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34" name="Text 32"/>
          <p:cNvSpPr/>
          <p:nvPr/>
        </p:nvSpPr>
        <p:spPr>
          <a:xfrm>
            <a:off x="1257300" y="5137072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Sabrlilik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5651422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Qiyinchiliklarga sabr qiladi, Allohning yordamiga umid qiladi.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10050" y="4813222"/>
            <a:ext cx="3638550" cy="1666875"/>
          </a:xfrm>
          <a:custGeom>
            <a:avLst/>
            <a:gdLst/>
            <a:ahLst/>
            <a:cxnLst/>
            <a:rect l="l" t="t" r="r" b="b"/>
            <a:pathLst>
              <a:path w="3638550" h="1666875">
                <a:moveTo>
                  <a:pt x="38100" y="0"/>
                </a:moveTo>
                <a:lnTo>
                  <a:pt x="3486148" y="0"/>
                </a:lnTo>
                <a:cubicBezTo>
                  <a:pt x="3570317" y="0"/>
                  <a:pt x="3638550" y="68233"/>
                  <a:pt x="3638550" y="152402"/>
                </a:cubicBezTo>
                <a:lnTo>
                  <a:pt x="3638550" y="1514473"/>
                </a:lnTo>
                <a:cubicBezTo>
                  <a:pt x="3638550" y="1598642"/>
                  <a:pt x="3570317" y="1666875"/>
                  <a:pt x="348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10050" y="4813222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38" name="Shape 36"/>
          <p:cNvSpPr/>
          <p:nvPr/>
        </p:nvSpPr>
        <p:spPr>
          <a:xfrm>
            <a:off x="4419600" y="500372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39" name="Shape 37"/>
          <p:cNvSpPr/>
          <p:nvPr/>
        </p:nvSpPr>
        <p:spPr>
          <a:xfrm>
            <a:off x="4543425" y="515612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0013" y="132159"/>
                </a:moveTo>
                <a:cubicBezTo>
                  <a:pt x="100013" y="138098"/>
                  <a:pt x="95235" y="142875"/>
                  <a:pt x="89297" y="142875"/>
                </a:cubicBezTo>
                <a:cubicBezTo>
                  <a:pt x="83359" y="142875"/>
                  <a:pt x="78581" y="138098"/>
                  <a:pt x="78581" y="132159"/>
                </a:cubicBezTo>
                <a:lnTo>
                  <a:pt x="78581" y="81885"/>
                </a:lnTo>
                <a:lnTo>
                  <a:pt x="117961" y="28441"/>
                </a:lnTo>
                <a:cubicBezTo>
                  <a:pt x="123810" y="20494"/>
                  <a:pt x="122113" y="9332"/>
                  <a:pt x="114166" y="3483"/>
                </a:cubicBezTo>
                <a:cubicBezTo>
                  <a:pt x="106219" y="-2366"/>
                  <a:pt x="95057" y="-670"/>
                  <a:pt x="89208" y="7278"/>
                </a:cubicBezTo>
                <a:lnTo>
                  <a:pt x="47551" y="63803"/>
                </a:lnTo>
                <a:cubicBezTo>
                  <a:pt x="39871" y="74206"/>
                  <a:pt x="35719" y="86841"/>
                  <a:pt x="35719" y="99834"/>
                </a:cubicBezTo>
                <a:lnTo>
                  <a:pt x="35719" y="149260"/>
                </a:lnTo>
                <a:lnTo>
                  <a:pt x="9778" y="157922"/>
                </a:lnTo>
                <a:cubicBezTo>
                  <a:pt x="3929" y="159841"/>
                  <a:pt x="0" y="165289"/>
                  <a:pt x="0" y="171450"/>
                </a:cubicBezTo>
                <a:lnTo>
                  <a:pt x="0" y="214313"/>
                </a:lnTo>
                <a:cubicBezTo>
                  <a:pt x="0" y="218777"/>
                  <a:pt x="2098" y="223019"/>
                  <a:pt x="5670" y="225698"/>
                </a:cubicBezTo>
                <a:cubicBezTo>
                  <a:pt x="9242" y="228377"/>
                  <a:pt x="13886" y="229270"/>
                  <a:pt x="18217" y="228020"/>
                </a:cubicBezTo>
                <a:lnTo>
                  <a:pt x="87154" y="208330"/>
                </a:lnTo>
                <a:cubicBezTo>
                  <a:pt x="111710" y="201320"/>
                  <a:pt x="128588" y="178906"/>
                  <a:pt x="128588" y="153367"/>
                </a:cubicBezTo>
                <a:lnTo>
                  <a:pt x="128588" y="100013"/>
                </a:lnTo>
                <a:cubicBezTo>
                  <a:pt x="128588" y="92110"/>
                  <a:pt x="122203" y="85725"/>
                  <a:pt x="114300" y="85725"/>
                </a:cubicBezTo>
                <a:cubicBezTo>
                  <a:pt x="106397" y="85725"/>
                  <a:pt x="100013" y="92110"/>
                  <a:pt x="100013" y="100013"/>
                </a:cubicBezTo>
                <a:lnTo>
                  <a:pt x="100013" y="132159"/>
                </a:lnTo>
                <a:close/>
                <a:moveTo>
                  <a:pt x="185738" y="132159"/>
                </a:moveTo>
                <a:lnTo>
                  <a:pt x="185738" y="100013"/>
                </a:lnTo>
                <a:cubicBezTo>
                  <a:pt x="185738" y="92110"/>
                  <a:pt x="179353" y="85725"/>
                  <a:pt x="171450" y="85725"/>
                </a:cubicBezTo>
                <a:cubicBezTo>
                  <a:pt x="163547" y="85725"/>
                  <a:pt x="157163" y="92110"/>
                  <a:pt x="157163" y="100013"/>
                </a:cubicBezTo>
                <a:lnTo>
                  <a:pt x="157163" y="153412"/>
                </a:lnTo>
                <a:cubicBezTo>
                  <a:pt x="157163" y="178951"/>
                  <a:pt x="174084" y="201364"/>
                  <a:pt x="198596" y="208374"/>
                </a:cubicBezTo>
                <a:lnTo>
                  <a:pt x="267533" y="228064"/>
                </a:lnTo>
                <a:cubicBezTo>
                  <a:pt x="271864" y="229314"/>
                  <a:pt x="276463" y="228421"/>
                  <a:pt x="280080" y="225743"/>
                </a:cubicBezTo>
                <a:cubicBezTo>
                  <a:pt x="283696" y="223064"/>
                  <a:pt x="285750" y="218777"/>
                  <a:pt x="285750" y="214313"/>
                </a:cubicBezTo>
                <a:lnTo>
                  <a:pt x="285750" y="171450"/>
                </a:lnTo>
                <a:cubicBezTo>
                  <a:pt x="285750" y="165289"/>
                  <a:pt x="281821" y="159841"/>
                  <a:pt x="275972" y="157877"/>
                </a:cubicBezTo>
                <a:lnTo>
                  <a:pt x="250031" y="149215"/>
                </a:lnTo>
                <a:lnTo>
                  <a:pt x="250031" y="99789"/>
                </a:lnTo>
                <a:cubicBezTo>
                  <a:pt x="250031" y="86841"/>
                  <a:pt x="245879" y="74206"/>
                  <a:pt x="238199" y="63758"/>
                </a:cubicBezTo>
                <a:lnTo>
                  <a:pt x="196542" y="7278"/>
                </a:lnTo>
                <a:cubicBezTo>
                  <a:pt x="190693" y="-670"/>
                  <a:pt x="179531" y="-2366"/>
                  <a:pt x="171584" y="3483"/>
                </a:cubicBezTo>
                <a:cubicBezTo>
                  <a:pt x="163637" y="9332"/>
                  <a:pt x="161940" y="20494"/>
                  <a:pt x="167789" y="28441"/>
                </a:cubicBezTo>
                <a:lnTo>
                  <a:pt x="207169" y="81885"/>
                </a:lnTo>
                <a:lnTo>
                  <a:pt x="207169" y="132159"/>
                </a:lnTo>
                <a:cubicBezTo>
                  <a:pt x="207169" y="138098"/>
                  <a:pt x="202391" y="142875"/>
                  <a:pt x="196453" y="142875"/>
                </a:cubicBezTo>
                <a:cubicBezTo>
                  <a:pt x="190515" y="142875"/>
                  <a:pt x="185738" y="138098"/>
                  <a:pt x="185738" y="132159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40" name="Text 38"/>
          <p:cNvSpPr/>
          <p:nvPr/>
        </p:nvSpPr>
        <p:spPr>
          <a:xfrm>
            <a:off x="5067300" y="5137072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Shukr qilish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19600" y="5651422"/>
            <a:ext cx="3314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Allohning ne'matlarini his qilib, doimo shukr qiladi.</a:t>
            </a:r>
            <a:endParaRPr lang="en-US" sz="1600" dirty="0"/>
          </a:p>
        </p:txBody>
      </p:sp>
      <p:pic>
        <p:nvPicPr>
          <p:cNvPr id="42" name="Image 0" descr="https://kimi-web-img.moonshot.cn/img/thumbs.dreamstime.com/70d6c2f32a566d48ba5ed58f3598a69ab24d167f.jpg"/>
          <p:cNvPicPr>
            <a:picLocks noChangeAspect="1"/>
          </p:cNvPicPr>
          <p:nvPr/>
        </p:nvPicPr>
        <p:blipFill>
          <a:blip r:embed="rId3"/>
          <a:srcRect l="21203" r="21203"/>
          <a:stretch/>
        </p:blipFill>
        <p:spPr>
          <a:xfrm>
            <a:off x="8077200" y="1181100"/>
            <a:ext cx="3733800" cy="3638550"/>
          </a:xfrm>
          <a:prstGeom prst="roundRect">
            <a:avLst>
              <a:gd name="adj" fmla="val 4188"/>
            </a:avLst>
          </a:prstGeom>
        </p:spPr>
      </p:pic>
      <p:sp>
        <p:nvSpPr>
          <p:cNvPr id="43" name="Shape 40"/>
          <p:cNvSpPr/>
          <p:nvPr/>
        </p:nvSpPr>
        <p:spPr>
          <a:xfrm>
            <a:off x="8077200" y="4972050"/>
            <a:ext cx="3733800" cy="1504950"/>
          </a:xfrm>
          <a:custGeom>
            <a:avLst/>
            <a:gdLst/>
            <a:ahLst/>
            <a:cxnLst/>
            <a:rect l="l" t="t" r="r" b="b"/>
            <a:pathLst>
              <a:path w="3733800" h="1504950">
                <a:moveTo>
                  <a:pt x="152406" y="0"/>
                </a:moveTo>
                <a:lnTo>
                  <a:pt x="3581394" y="0"/>
                </a:lnTo>
                <a:cubicBezTo>
                  <a:pt x="3665509" y="0"/>
                  <a:pt x="3733800" y="68291"/>
                  <a:pt x="3733800" y="152406"/>
                </a:cubicBezTo>
                <a:lnTo>
                  <a:pt x="3733800" y="1352544"/>
                </a:lnTo>
                <a:cubicBezTo>
                  <a:pt x="3733800" y="1436659"/>
                  <a:pt x="3665509" y="1504950"/>
                  <a:pt x="3581394" y="1504950"/>
                </a:cubicBezTo>
                <a:lnTo>
                  <a:pt x="152406" y="1504950"/>
                </a:lnTo>
                <a:cubicBezTo>
                  <a:pt x="68291" y="1504950"/>
                  <a:pt x="0" y="1436659"/>
                  <a:pt x="0" y="13525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100000">
                <a:srgbClr val="2D5A4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4" name="Shape 41"/>
          <p:cNvSpPr/>
          <p:nvPr/>
        </p:nvSpPr>
        <p:spPr>
          <a:xfrm>
            <a:off x="8296275" y="518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45" name="Text 42"/>
          <p:cNvSpPr/>
          <p:nvPr/>
        </p:nvSpPr>
        <p:spPr>
          <a:xfrm>
            <a:off x="8667750" y="51625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Iymonli inson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267700" y="5543550"/>
            <a:ext cx="3429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Iymonli insonning hayoti nur bilan to'la bo'ladi. U har doim yaxshilikka intiladi va yomonlikdan uzoq turadi.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400050"/>
            <a:ext cx="3943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Hayotiy ahamiyati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90600"/>
            <a:ext cx="11430000" cy="38100"/>
          </a:xfrm>
          <a:custGeom>
            <a:avLst/>
            <a:gdLst/>
            <a:ahLst/>
            <a:cxnLst/>
            <a:rect l="l" t="t" r="r" b="b"/>
            <a:pathLst>
              <a:path w="11430000" h="381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/>
              </a:gs>
              <a:gs pos="50000">
                <a:srgbClr val="C4A35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81000" y="5219700"/>
            <a:ext cx="3733800" cy="1257300"/>
          </a:xfrm>
          <a:custGeom>
            <a:avLst/>
            <a:gdLst/>
            <a:ahLst/>
            <a:cxnLst/>
            <a:rect l="l" t="t" r="r" b="b"/>
            <a:pathLst>
              <a:path w="3733800" h="1257300">
                <a:moveTo>
                  <a:pt x="152397" y="0"/>
                </a:moveTo>
                <a:lnTo>
                  <a:pt x="3581403" y="0"/>
                </a:lnTo>
                <a:cubicBezTo>
                  <a:pt x="3665569" y="0"/>
                  <a:pt x="3733800" y="68231"/>
                  <a:pt x="3733800" y="152397"/>
                </a:cubicBezTo>
                <a:lnTo>
                  <a:pt x="3733800" y="1104903"/>
                </a:lnTo>
                <a:cubicBezTo>
                  <a:pt x="3733800" y="1189069"/>
                  <a:pt x="3665569" y="1257300"/>
                  <a:pt x="35814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C4A35A"/>
              </a:gs>
              <a:gs pos="100000">
                <a:srgbClr val="C4A35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628650" y="5429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9" name="Text 6"/>
          <p:cNvSpPr/>
          <p:nvPr/>
        </p:nvSpPr>
        <p:spPr>
          <a:xfrm>
            <a:off x="971550" y="54102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Asosiy xulosa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5791200"/>
            <a:ext cx="342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inson hayotining ma'nosi va maqsadidir. U insonni to'g'ri yo'lga boshlaydi.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1154790"/>
            <a:ext cx="7448550" cy="1666875"/>
          </a:xfrm>
          <a:custGeom>
            <a:avLst/>
            <a:gdLst/>
            <a:ahLst/>
            <a:cxnLst/>
            <a:rect l="l" t="t" r="r" b="b"/>
            <a:pathLst>
              <a:path w="7448550" h="1666875">
                <a:moveTo>
                  <a:pt x="38100" y="0"/>
                </a:moveTo>
                <a:lnTo>
                  <a:pt x="7296148" y="0"/>
                </a:lnTo>
                <a:cubicBezTo>
                  <a:pt x="7380317" y="0"/>
                  <a:pt x="7448550" y="68233"/>
                  <a:pt x="7448550" y="152402"/>
                </a:cubicBezTo>
                <a:lnTo>
                  <a:pt x="7448550" y="1514473"/>
                </a:lnTo>
                <a:cubicBezTo>
                  <a:pt x="7448550" y="1598642"/>
                  <a:pt x="7380317" y="1666875"/>
                  <a:pt x="729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1000" y="1154790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650" y="14985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D5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792956" y="16604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71171" y="181440"/>
                </a:moveTo>
                <a:lnTo>
                  <a:pt x="90636" y="212415"/>
                </a:lnTo>
                <a:cubicBezTo>
                  <a:pt x="79809" y="216601"/>
                  <a:pt x="69149" y="205941"/>
                  <a:pt x="73335" y="195114"/>
                </a:cubicBezTo>
                <a:lnTo>
                  <a:pt x="104310" y="114579"/>
                </a:lnTo>
                <a:cubicBezTo>
                  <a:pt x="106152" y="109835"/>
                  <a:pt x="109835" y="106152"/>
                  <a:pt x="114579" y="104310"/>
                </a:cubicBezTo>
                <a:lnTo>
                  <a:pt x="195114" y="73335"/>
                </a:lnTo>
                <a:cubicBezTo>
                  <a:pt x="205941" y="69149"/>
                  <a:pt x="216601" y="79809"/>
                  <a:pt x="212415" y="90636"/>
                </a:cubicBezTo>
                <a:lnTo>
                  <a:pt x="181440" y="171171"/>
                </a:lnTo>
                <a:cubicBezTo>
                  <a:pt x="179654" y="175915"/>
                  <a:pt x="175915" y="179598"/>
                  <a:pt x="171171" y="181440"/>
                </a:cubicBezTo>
                <a:close/>
                <a:moveTo>
                  <a:pt x="160734" y="142875"/>
                </a:moveTo>
                <a:cubicBezTo>
                  <a:pt x="160734" y="133018"/>
                  <a:pt x="152732" y="125016"/>
                  <a:pt x="142875" y="125016"/>
                </a:cubicBezTo>
                <a:cubicBezTo>
                  <a:pt x="133018" y="125016"/>
                  <a:pt x="125016" y="133018"/>
                  <a:pt x="125016" y="142875"/>
                </a:cubicBezTo>
                <a:cubicBezTo>
                  <a:pt x="125016" y="152732"/>
                  <a:pt x="133018" y="160734"/>
                  <a:pt x="142875" y="160734"/>
                </a:cubicBezTo>
                <a:cubicBezTo>
                  <a:pt x="152732" y="160734"/>
                  <a:pt x="160734" y="152732"/>
                  <a:pt x="160734" y="142875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15" name="Text 12"/>
          <p:cNvSpPr/>
          <p:nvPr/>
        </p:nvSpPr>
        <p:spPr>
          <a:xfrm>
            <a:off x="1390650" y="1498523"/>
            <a:ext cx="632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Hayotga ma'no beradi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90650" y="1917506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inson hayotiga ma'no va maqsad baxsh etadi. Inson o'zining yaratilish maqsadini tushunadi va hayotini mazmunli o'tkazishga harakat qiladi.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371725" y="2984539"/>
            <a:ext cx="7448550" cy="1666875"/>
          </a:xfrm>
          <a:custGeom>
            <a:avLst/>
            <a:gdLst/>
            <a:ahLst/>
            <a:cxnLst/>
            <a:rect l="l" t="t" r="r" b="b"/>
            <a:pathLst>
              <a:path w="7448550" h="1666875">
                <a:moveTo>
                  <a:pt x="38100" y="0"/>
                </a:moveTo>
                <a:lnTo>
                  <a:pt x="7296148" y="0"/>
                </a:lnTo>
                <a:cubicBezTo>
                  <a:pt x="7380317" y="0"/>
                  <a:pt x="7448550" y="68233"/>
                  <a:pt x="7448550" y="152402"/>
                </a:cubicBezTo>
                <a:lnTo>
                  <a:pt x="7448550" y="1514473"/>
                </a:lnTo>
                <a:cubicBezTo>
                  <a:pt x="7448550" y="1598642"/>
                  <a:pt x="7380317" y="1666875"/>
                  <a:pt x="729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371725" y="2984539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9" name="Shape 16"/>
          <p:cNvSpPr/>
          <p:nvPr/>
        </p:nvSpPr>
        <p:spPr>
          <a:xfrm>
            <a:off x="2619375" y="33282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3681" y="349019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4960" y="17859"/>
                </a:moveTo>
                <a:lnTo>
                  <a:pt x="82432" y="17859"/>
                </a:lnTo>
                <a:cubicBezTo>
                  <a:pt x="66024" y="17859"/>
                  <a:pt x="51681" y="29077"/>
                  <a:pt x="47774" y="44983"/>
                </a:cubicBezTo>
                <a:lnTo>
                  <a:pt x="781" y="234683"/>
                </a:lnTo>
                <a:cubicBezTo>
                  <a:pt x="-3404" y="251538"/>
                  <a:pt x="9376" y="267891"/>
                  <a:pt x="26789" y="267891"/>
                </a:cubicBezTo>
                <a:lnTo>
                  <a:pt x="124960" y="267891"/>
                </a:lnTo>
                <a:lnTo>
                  <a:pt x="124960" y="232172"/>
                </a:lnTo>
                <a:cubicBezTo>
                  <a:pt x="124960" y="222293"/>
                  <a:pt x="132941" y="214313"/>
                  <a:pt x="142819" y="214313"/>
                </a:cubicBezTo>
                <a:cubicBezTo>
                  <a:pt x="152698" y="214313"/>
                  <a:pt x="160679" y="222293"/>
                  <a:pt x="160679" y="232172"/>
                </a:cubicBezTo>
                <a:lnTo>
                  <a:pt x="160679" y="267891"/>
                </a:lnTo>
                <a:lnTo>
                  <a:pt x="258961" y="267891"/>
                </a:lnTo>
                <a:cubicBezTo>
                  <a:pt x="276374" y="267891"/>
                  <a:pt x="289154" y="251538"/>
                  <a:pt x="284969" y="234683"/>
                </a:cubicBezTo>
                <a:lnTo>
                  <a:pt x="238032" y="44983"/>
                </a:lnTo>
                <a:cubicBezTo>
                  <a:pt x="234069" y="29077"/>
                  <a:pt x="219782" y="17859"/>
                  <a:pt x="203318" y="17859"/>
                </a:cubicBezTo>
                <a:lnTo>
                  <a:pt x="160679" y="17859"/>
                </a:lnTo>
                <a:lnTo>
                  <a:pt x="160679" y="53578"/>
                </a:lnTo>
                <a:cubicBezTo>
                  <a:pt x="160679" y="63457"/>
                  <a:pt x="152698" y="71438"/>
                  <a:pt x="142819" y="71438"/>
                </a:cubicBezTo>
                <a:cubicBezTo>
                  <a:pt x="132941" y="71438"/>
                  <a:pt x="124960" y="63457"/>
                  <a:pt x="124960" y="53578"/>
                </a:cubicBezTo>
                <a:lnTo>
                  <a:pt x="124960" y="17859"/>
                </a:lnTo>
                <a:close/>
                <a:moveTo>
                  <a:pt x="160679" y="125016"/>
                </a:moveTo>
                <a:lnTo>
                  <a:pt x="160679" y="160734"/>
                </a:lnTo>
                <a:cubicBezTo>
                  <a:pt x="160679" y="170613"/>
                  <a:pt x="152698" y="178594"/>
                  <a:pt x="142819" y="178594"/>
                </a:cubicBezTo>
                <a:cubicBezTo>
                  <a:pt x="132941" y="178594"/>
                  <a:pt x="124960" y="170613"/>
                  <a:pt x="124960" y="160734"/>
                </a:cubicBezTo>
                <a:lnTo>
                  <a:pt x="124960" y="125016"/>
                </a:lnTo>
                <a:cubicBezTo>
                  <a:pt x="124960" y="115137"/>
                  <a:pt x="132941" y="107156"/>
                  <a:pt x="142819" y="107156"/>
                </a:cubicBezTo>
                <a:cubicBezTo>
                  <a:pt x="152698" y="107156"/>
                  <a:pt x="160679" y="115137"/>
                  <a:pt x="160679" y="125016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1" name="Text 18"/>
          <p:cNvSpPr/>
          <p:nvPr/>
        </p:nvSpPr>
        <p:spPr>
          <a:xfrm>
            <a:off x="3381375" y="3328272"/>
            <a:ext cx="632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To'g'ri yo'lga boshlaydi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381375" y="3747255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insonni yaxshi xulq va to'g'ri yo'lga boshlaydi. Inson qanday yashashi, qanday munosabatda bo'lishi kerakligini biladi.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62450" y="4813339"/>
            <a:ext cx="7448550" cy="1666875"/>
          </a:xfrm>
          <a:custGeom>
            <a:avLst/>
            <a:gdLst/>
            <a:ahLst/>
            <a:cxnLst/>
            <a:rect l="l" t="t" r="r" b="b"/>
            <a:pathLst>
              <a:path w="7448550" h="1666875">
                <a:moveTo>
                  <a:pt x="38100" y="0"/>
                </a:moveTo>
                <a:lnTo>
                  <a:pt x="7296148" y="0"/>
                </a:lnTo>
                <a:cubicBezTo>
                  <a:pt x="7380317" y="0"/>
                  <a:pt x="7448550" y="68233"/>
                  <a:pt x="7448550" y="152402"/>
                </a:cubicBezTo>
                <a:lnTo>
                  <a:pt x="7448550" y="1514473"/>
                </a:lnTo>
                <a:cubicBezTo>
                  <a:pt x="7448550" y="1598642"/>
                  <a:pt x="7380317" y="1666875"/>
                  <a:pt x="7296148" y="1666875"/>
                </a:cubicBez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62450" y="4813339"/>
            <a:ext cx="38100" cy="1666875"/>
          </a:xfrm>
          <a:custGeom>
            <a:avLst/>
            <a:gdLst/>
            <a:ahLst/>
            <a:cxnLst/>
            <a:rect l="l" t="t" r="r" b="b"/>
            <a:pathLst>
              <a:path w="38100" h="1666875">
                <a:moveTo>
                  <a:pt x="38100" y="0"/>
                </a:moveTo>
                <a:lnTo>
                  <a:pt x="38100" y="0"/>
                </a:lnTo>
                <a:lnTo>
                  <a:pt x="38100" y="1666875"/>
                </a:lnTo>
                <a:lnTo>
                  <a:pt x="38100" y="1666875"/>
                </a:lnTo>
                <a:cubicBezTo>
                  <a:pt x="17072" y="1666875"/>
                  <a:pt x="0" y="1649803"/>
                  <a:pt x="0" y="1628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5" name="Shape 22"/>
          <p:cNvSpPr/>
          <p:nvPr/>
        </p:nvSpPr>
        <p:spPr>
          <a:xfrm>
            <a:off x="4610100" y="51570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6" name="Shape 23"/>
          <p:cNvSpPr/>
          <p:nvPr/>
        </p:nvSpPr>
        <p:spPr>
          <a:xfrm>
            <a:off x="4738688" y="531900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7" name="Text 24"/>
          <p:cNvSpPr/>
          <p:nvPr/>
        </p:nvSpPr>
        <p:spPr>
          <a:xfrm>
            <a:off x="5372100" y="5157076"/>
            <a:ext cx="632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5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Jamiyatni yaxshilaydi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372100" y="5576055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Iymonli insonlar jamiyatda tinchlik, adolat va yaxshilikni kuchaytiradi. Ular bir-birlariga yordam beradi va jamiyatni yaxshilashga hissa qo'shadi.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adsttc.com/fab2b6cbd89c244fd3ab6256c425f2a4879da4b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5A4A">
                  <a:alpha val="90000"/>
                </a:srgbClr>
              </a:gs>
              <a:gs pos="50000">
                <a:srgbClr val="2D5A4A">
                  <a:alpha val="80000"/>
                </a:srgbClr>
              </a:gs>
              <a:gs pos="100000">
                <a:srgbClr val="C4A35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52693" y="113707"/>
            <a:ext cx="1482090" cy="510540"/>
          </a:xfrm>
          <a:custGeom>
            <a:avLst/>
            <a:gdLst/>
            <a:ahLst/>
            <a:cxnLst/>
            <a:rect l="l" t="t" r="r" b="b"/>
            <a:pathLst>
              <a:path w="1482090" h="510540">
                <a:moveTo>
                  <a:pt x="255270" y="0"/>
                </a:moveTo>
                <a:lnTo>
                  <a:pt x="1226820" y="0"/>
                </a:lnTo>
                <a:cubicBezTo>
                  <a:pt x="1367802" y="0"/>
                  <a:pt x="1482090" y="114288"/>
                  <a:pt x="1482090" y="255270"/>
                </a:cubicBezTo>
                <a:lnTo>
                  <a:pt x="1482090" y="255270"/>
                </a:lnTo>
                <a:cubicBezTo>
                  <a:pt x="1482090" y="396252"/>
                  <a:pt x="1367802" y="510540"/>
                  <a:pt x="1226820" y="510540"/>
                </a:cubicBezTo>
                <a:lnTo>
                  <a:pt x="255270" y="510540"/>
                </a:lnTo>
                <a:cubicBezTo>
                  <a:pt x="114383" y="510540"/>
                  <a:pt x="0" y="396157"/>
                  <a:pt x="0" y="255270"/>
                </a:cubicBezTo>
                <a:lnTo>
                  <a:pt x="0" y="255270"/>
                </a:lnTo>
                <a:cubicBezTo>
                  <a:pt x="0" y="114383"/>
                  <a:pt x="114383" y="0"/>
                  <a:pt x="255270" y="0"/>
                </a:cubicBezTo>
                <a:close/>
              </a:path>
            </a:pathLst>
          </a:custGeom>
          <a:solidFill>
            <a:srgbClr val="C4A35A">
              <a:alpha val="30196"/>
            </a:srgbClr>
          </a:solidFill>
          <a:ln w="20320">
            <a:solidFill>
              <a:srgbClr val="C4A3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17488" y="235627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15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XULOSA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73686" y="860464"/>
            <a:ext cx="4648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- bu faqat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ishonish emas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33900" y="268926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8" name="Shape 5"/>
          <p:cNvSpPr/>
          <p:nvPr/>
        </p:nvSpPr>
        <p:spPr>
          <a:xfrm rot="2700000">
            <a:off x="5934356" y="25466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9" name="Shape 6"/>
          <p:cNvSpPr/>
          <p:nvPr/>
        </p:nvSpPr>
        <p:spPr>
          <a:xfrm>
            <a:off x="6438900" y="268926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0" name="Shape 7"/>
          <p:cNvSpPr/>
          <p:nvPr/>
        </p:nvSpPr>
        <p:spPr>
          <a:xfrm>
            <a:off x="1985843" y="3135034"/>
            <a:ext cx="8216265" cy="1691640"/>
          </a:xfrm>
          <a:custGeom>
            <a:avLst/>
            <a:gdLst/>
            <a:ahLst/>
            <a:cxnLst/>
            <a:rect l="l" t="t" r="r" b="b"/>
            <a:pathLst>
              <a:path w="8216265" h="1691640">
                <a:moveTo>
                  <a:pt x="228608" y="0"/>
                </a:moveTo>
                <a:lnTo>
                  <a:pt x="7987657" y="0"/>
                </a:lnTo>
                <a:cubicBezTo>
                  <a:pt x="8113914" y="0"/>
                  <a:pt x="8216265" y="102351"/>
                  <a:pt x="8216265" y="228608"/>
                </a:cubicBezTo>
                <a:lnTo>
                  <a:pt x="8216265" y="1463032"/>
                </a:lnTo>
                <a:cubicBezTo>
                  <a:pt x="8216265" y="1589289"/>
                  <a:pt x="8113914" y="1691640"/>
                  <a:pt x="7987657" y="1691640"/>
                </a:cubicBezTo>
                <a:lnTo>
                  <a:pt x="228608" y="1691640"/>
                </a:lnTo>
                <a:cubicBezTo>
                  <a:pt x="102351" y="1691640"/>
                  <a:pt x="0" y="1589289"/>
                  <a:pt x="0" y="1463032"/>
                </a:cubicBezTo>
                <a:lnTo>
                  <a:pt x="0" y="228608"/>
                </a:lnTo>
                <a:cubicBezTo>
                  <a:pt x="0" y="102436"/>
                  <a:pt x="102436" y="0"/>
                  <a:pt x="228608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20320">
            <a:solidFill>
              <a:srgbClr val="C4A35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26826" y="3447455"/>
            <a:ext cx="77343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Iymon - </a:t>
            </a:r>
            <a:r>
              <a:rPr lang="en-US" sz="2250" b="1" dirty="0">
                <a:solidFill>
                  <a:srgbClr val="C4A3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</a:t>
            </a:r>
            <a:r>
              <a:rPr lang="en-US" sz="225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 </a:t>
            </a:r>
            <a:r>
              <a:rPr lang="en-US" sz="2250" b="1" dirty="0">
                <a:solidFill>
                  <a:srgbClr val="C4A3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</a:t>
            </a:r>
            <a:r>
              <a:rPr lang="en-US" sz="225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birligidir.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41113" y="4140398"/>
            <a:ext cx="7705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Mukammal iymon insonni to'g'ri yo'lga boshlaydi va jamiyatni yaxshilaydi.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82165" y="5140524"/>
            <a:ext cx="1998345" cy="1036320"/>
          </a:xfrm>
          <a:custGeom>
            <a:avLst/>
            <a:gdLst/>
            <a:ahLst/>
            <a:cxnLst/>
            <a:rect l="l" t="t" r="r" b="b"/>
            <a:pathLst>
              <a:path w="1998345" h="1036320">
                <a:moveTo>
                  <a:pt x="152401" y="0"/>
                </a:moveTo>
                <a:lnTo>
                  <a:pt x="1845944" y="0"/>
                </a:lnTo>
                <a:cubicBezTo>
                  <a:pt x="1930113" y="0"/>
                  <a:pt x="1998345" y="68232"/>
                  <a:pt x="1998345" y="152401"/>
                </a:cubicBezTo>
                <a:lnTo>
                  <a:pt x="1998345" y="883919"/>
                </a:lnTo>
                <a:cubicBezTo>
                  <a:pt x="1998345" y="968088"/>
                  <a:pt x="1930113" y="1036320"/>
                  <a:pt x="1845944" y="1036320"/>
                </a:cubicBezTo>
                <a:lnTo>
                  <a:pt x="152401" y="1036320"/>
                </a:lnTo>
                <a:cubicBezTo>
                  <a:pt x="68232" y="1036320"/>
                  <a:pt x="0" y="968088"/>
                  <a:pt x="0" y="8839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10160">
            <a:solidFill>
              <a:srgbClr val="C4A35A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721" y="53442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5" name="Text 12"/>
          <p:cNvSpPr/>
          <p:nvPr/>
        </p:nvSpPr>
        <p:spPr>
          <a:xfrm>
            <a:off x="4810958" y="5334833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Tasdiq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33612" y="5715716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6F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Qalb bilan ishonish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4110" y="5140524"/>
            <a:ext cx="1998345" cy="1036320"/>
          </a:xfrm>
          <a:custGeom>
            <a:avLst/>
            <a:gdLst/>
            <a:ahLst/>
            <a:cxnLst/>
            <a:rect l="l" t="t" r="r" b="b"/>
            <a:pathLst>
              <a:path w="1998345" h="1036320">
                <a:moveTo>
                  <a:pt x="152401" y="0"/>
                </a:moveTo>
                <a:lnTo>
                  <a:pt x="1845944" y="0"/>
                </a:lnTo>
                <a:cubicBezTo>
                  <a:pt x="1930113" y="0"/>
                  <a:pt x="1998345" y="68232"/>
                  <a:pt x="1998345" y="152401"/>
                </a:cubicBezTo>
                <a:lnTo>
                  <a:pt x="1998345" y="883919"/>
                </a:lnTo>
                <a:cubicBezTo>
                  <a:pt x="1998345" y="968088"/>
                  <a:pt x="1930113" y="1036320"/>
                  <a:pt x="1845944" y="1036320"/>
                </a:cubicBezTo>
                <a:lnTo>
                  <a:pt x="152401" y="1036320"/>
                </a:lnTo>
                <a:cubicBezTo>
                  <a:pt x="68232" y="1036320"/>
                  <a:pt x="0" y="968088"/>
                  <a:pt x="0" y="8839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 w="10160">
            <a:solidFill>
              <a:srgbClr val="C4A35A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49177" y="53442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89297"/>
                </a:moveTo>
                <a:lnTo>
                  <a:pt x="285694" y="129815"/>
                </a:lnTo>
                <a:cubicBezTo>
                  <a:pt x="285694" y="154818"/>
                  <a:pt x="275872" y="178426"/>
                  <a:pt x="258961" y="195895"/>
                </a:cubicBezTo>
                <a:cubicBezTo>
                  <a:pt x="258794" y="152921"/>
                  <a:pt x="236581" y="113072"/>
                  <a:pt x="200137" y="90246"/>
                </a:cubicBezTo>
                <a:lnTo>
                  <a:pt x="199076" y="89576"/>
                </a:lnTo>
                <a:cubicBezTo>
                  <a:pt x="200471" y="87511"/>
                  <a:pt x="200639" y="84776"/>
                  <a:pt x="199299" y="82488"/>
                </a:cubicBezTo>
                <a:lnTo>
                  <a:pt x="164697" y="22547"/>
                </a:lnTo>
                <a:cubicBezTo>
                  <a:pt x="161013" y="16129"/>
                  <a:pt x="163190" y="7925"/>
                  <a:pt x="169608" y="4242"/>
                </a:cubicBezTo>
                <a:cubicBezTo>
                  <a:pt x="176026" y="558"/>
                  <a:pt x="184175" y="2791"/>
                  <a:pt x="187858" y="9209"/>
                </a:cubicBezTo>
                <a:lnTo>
                  <a:pt x="225809" y="74954"/>
                </a:lnTo>
                <a:lnTo>
                  <a:pt x="225809" y="74954"/>
                </a:lnTo>
                <a:lnTo>
                  <a:pt x="225809" y="74954"/>
                </a:lnTo>
                <a:lnTo>
                  <a:pt x="249975" y="116811"/>
                </a:lnTo>
                <a:lnTo>
                  <a:pt x="250031" y="89297"/>
                </a:lnTo>
                <a:cubicBezTo>
                  <a:pt x="250031" y="79418"/>
                  <a:pt x="258068" y="71438"/>
                  <a:pt x="267891" y="71438"/>
                </a:cubicBezTo>
                <a:cubicBezTo>
                  <a:pt x="277713" y="71438"/>
                  <a:pt x="285750" y="79474"/>
                  <a:pt x="285750" y="89297"/>
                </a:cubicBezTo>
                <a:close/>
                <a:moveTo>
                  <a:pt x="166539" y="69317"/>
                </a:moveTo>
                <a:cubicBezTo>
                  <a:pt x="158669" y="64405"/>
                  <a:pt x="149907" y="62229"/>
                  <a:pt x="141312" y="62564"/>
                </a:cubicBezTo>
                <a:lnTo>
                  <a:pt x="120941" y="27236"/>
                </a:lnTo>
                <a:cubicBezTo>
                  <a:pt x="117258" y="20817"/>
                  <a:pt x="119435" y="12613"/>
                  <a:pt x="125853" y="8930"/>
                </a:cubicBezTo>
                <a:cubicBezTo>
                  <a:pt x="132271" y="5246"/>
                  <a:pt x="140475" y="7423"/>
                  <a:pt x="144159" y="13841"/>
                </a:cubicBezTo>
                <a:lnTo>
                  <a:pt x="181608" y="78693"/>
                </a:lnTo>
                <a:lnTo>
                  <a:pt x="166539" y="69261"/>
                </a:lnTo>
                <a:close/>
                <a:moveTo>
                  <a:pt x="118263" y="49392"/>
                </a:moveTo>
                <a:lnTo>
                  <a:pt x="127415" y="65243"/>
                </a:lnTo>
                <a:cubicBezTo>
                  <a:pt x="118988" y="68312"/>
                  <a:pt x="111454" y="73949"/>
                  <a:pt x="106040" y="81818"/>
                </a:cubicBezTo>
                <a:lnTo>
                  <a:pt x="95045" y="62731"/>
                </a:lnTo>
                <a:cubicBezTo>
                  <a:pt x="91362" y="56313"/>
                  <a:pt x="93538" y="48109"/>
                  <a:pt x="99957" y="44425"/>
                </a:cubicBezTo>
                <a:cubicBezTo>
                  <a:pt x="106375" y="40742"/>
                  <a:pt x="114579" y="42918"/>
                  <a:pt x="118263" y="49337"/>
                </a:cubicBezTo>
                <a:close/>
                <a:moveTo>
                  <a:pt x="92366" y="84944"/>
                </a:moveTo>
                <a:lnTo>
                  <a:pt x="99343" y="97055"/>
                </a:lnTo>
                <a:cubicBezTo>
                  <a:pt x="98227" y="101854"/>
                  <a:pt x="97948" y="106821"/>
                  <a:pt x="98394" y="111621"/>
                </a:cubicBezTo>
                <a:lnTo>
                  <a:pt x="95994" y="111621"/>
                </a:lnTo>
                <a:lnTo>
                  <a:pt x="95994" y="111621"/>
                </a:lnTo>
                <a:lnTo>
                  <a:pt x="76795" y="111621"/>
                </a:lnTo>
                <a:lnTo>
                  <a:pt x="69149" y="98338"/>
                </a:lnTo>
                <a:cubicBezTo>
                  <a:pt x="65466" y="91920"/>
                  <a:pt x="67642" y="83716"/>
                  <a:pt x="74061" y="80032"/>
                </a:cubicBezTo>
                <a:cubicBezTo>
                  <a:pt x="80479" y="76349"/>
                  <a:pt x="88683" y="78525"/>
                  <a:pt x="92366" y="84944"/>
                </a:cubicBezTo>
                <a:close/>
                <a:moveTo>
                  <a:pt x="127750" y="97668"/>
                </a:moveTo>
                <a:cubicBezTo>
                  <a:pt x="132997" y="89297"/>
                  <a:pt x="143991" y="86785"/>
                  <a:pt x="152363" y="91976"/>
                </a:cubicBezTo>
                <a:lnTo>
                  <a:pt x="185961" y="112961"/>
                </a:lnTo>
                <a:cubicBezTo>
                  <a:pt x="214703" y="130987"/>
                  <a:pt x="232172" y="162520"/>
                  <a:pt x="232172" y="196453"/>
                </a:cubicBezTo>
                <a:lnTo>
                  <a:pt x="232172" y="200918"/>
                </a:lnTo>
                <a:cubicBezTo>
                  <a:pt x="232172" y="247743"/>
                  <a:pt x="194165" y="285750"/>
                  <a:pt x="147340" y="285750"/>
                </a:cubicBezTo>
                <a:lnTo>
                  <a:pt x="49113" y="285750"/>
                </a:lnTo>
                <a:cubicBezTo>
                  <a:pt x="41690" y="285750"/>
                  <a:pt x="35719" y="279778"/>
                  <a:pt x="35719" y="272355"/>
                </a:cubicBezTo>
                <a:cubicBezTo>
                  <a:pt x="35719" y="264933"/>
                  <a:pt x="41690" y="258961"/>
                  <a:pt x="49113" y="258961"/>
                </a:cubicBezTo>
                <a:lnTo>
                  <a:pt x="100459" y="258961"/>
                </a:lnTo>
                <a:cubicBezTo>
                  <a:pt x="104142" y="258961"/>
                  <a:pt x="107156" y="255947"/>
                  <a:pt x="107156" y="252264"/>
                </a:cubicBezTo>
                <a:cubicBezTo>
                  <a:pt x="107156" y="248580"/>
                  <a:pt x="104142" y="245566"/>
                  <a:pt x="100459" y="245566"/>
                </a:cubicBezTo>
                <a:lnTo>
                  <a:pt x="31254" y="245566"/>
                </a:lnTo>
                <a:cubicBezTo>
                  <a:pt x="23831" y="245566"/>
                  <a:pt x="17859" y="239595"/>
                  <a:pt x="17859" y="232172"/>
                </a:cubicBezTo>
                <a:cubicBezTo>
                  <a:pt x="17859" y="224749"/>
                  <a:pt x="23831" y="218777"/>
                  <a:pt x="31254" y="218777"/>
                </a:cubicBezTo>
                <a:lnTo>
                  <a:pt x="100459" y="218777"/>
                </a:lnTo>
                <a:cubicBezTo>
                  <a:pt x="104142" y="218777"/>
                  <a:pt x="107156" y="215764"/>
                  <a:pt x="107156" y="212080"/>
                </a:cubicBezTo>
                <a:cubicBezTo>
                  <a:pt x="107156" y="208397"/>
                  <a:pt x="104142" y="205383"/>
                  <a:pt x="100459" y="205383"/>
                </a:cubicBezTo>
                <a:lnTo>
                  <a:pt x="13395" y="205383"/>
                </a:lnTo>
                <a:cubicBezTo>
                  <a:pt x="5972" y="205383"/>
                  <a:pt x="0" y="199411"/>
                  <a:pt x="0" y="191988"/>
                </a:cubicBezTo>
                <a:cubicBezTo>
                  <a:pt x="0" y="184565"/>
                  <a:pt x="5972" y="178594"/>
                  <a:pt x="13395" y="178594"/>
                </a:cubicBezTo>
                <a:lnTo>
                  <a:pt x="100459" y="178594"/>
                </a:lnTo>
                <a:cubicBezTo>
                  <a:pt x="104142" y="178594"/>
                  <a:pt x="107156" y="175580"/>
                  <a:pt x="107156" y="171896"/>
                </a:cubicBezTo>
                <a:cubicBezTo>
                  <a:pt x="107156" y="168213"/>
                  <a:pt x="104142" y="165199"/>
                  <a:pt x="100459" y="165199"/>
                </a:cubicBezTo>
                <a:lnTo>
                  <a:pt x="31254" y="165199"/>
                </a:lnTo>
                <a:cubicBezTo>
                  <a:pt x="23831" y="165199"/>
                  <a:pt x="17859" y="159227"/>
                  <a:pt x="17859" y="151805"/>
                </a:cubicBezTo>
                <a:cubicBezTo>
                  <a:pt x="17859" y="144382"/>
                  <a:pt x="23831" y="138410"/>
                  <a:pt x="31254" y="138410"/>
                </a:cubicBezTo>
                <a:lnTo>
                  <a:pt x="107156" y="138410"/>
                </a:lnTo>
                <a:lnTo>
                  <a:pt x="107156" y="138410"/>
                </a:lnTo>
                <a:lnTo>
                  <a:pt x="107156" y="138410"/>
                </a:lnTo>
                <a:lnTo>
                  <a:pt x="159172" y="138410"/>
                </a:lnTo>
                <a:lnTo>
                  <a:pt x="133387" y="122281"/>
                </a:lnTo>
                <a:cubicBezTo>
                  <a:pt x="125016" y="117035"/>
                  <a:pt x="122504" y="106040"/>
                  <a:pt x="127695" y="97668"/>
                </a:cubicBezTo>
                <a:close/>
              </a:path>
            </a:pathLst>
          </a:custGeom>
          <a:solidFill>
            <a:srgbClr val="C4A35A"/>
          </a:solidFill>
          <a:ln/>
        </p:spPr>
      </p:sp>
      <p:sp>
        <p:nvSpPr>
          <p:cNvPr id="19" name="Text 16"/>
          <p:cNvSpPr/>
          <p:nvPr/>
        </p:nvSpPr>
        <p:spPr>
          <a:xfrm>
            <a:off x="7125414" y="5334833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5557" y="5715716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6F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 bilan ko'rsatish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604</Words>
  <Application>Microsoft Office PowerPoint</Application>
  <PresentationFormat>Widescreen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Iymonning mohiyati</dc:title>
  <dc:subject>Iymonning mohiyati</dc:subject>
  <dc:creator>Kimi</dc:creator>
  <cp:lastModifiedBy>Foruh Yoqubjonov</cp:lastModifiedBy>
  <cp:revision>3</cp:revision>
  <dcterms:created xsi:type="dcterms:W3CDTF">2026-04-14T07:27:25Z</dcterms:created>
  <dcterms:modified xsi:type="dcterms:W3CDTF">2026-05-26T07:33:10Z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{"Label":"Iymonning mohiyati","ContentProducer":"001191110108MACG2KBH8F10000","ProduceID":"19d8adfe-0642-883e-8000-0000d59801c3","ReservedCode1":"","ContentPropagator":"001191110108MACG2KBH8F20000","PropagateID":"19d8adfe-0642-883e-8000-0000d59801c3","ReservedCode2":""}</vt:lpwstr>
  </property>
</Properties>
</file>